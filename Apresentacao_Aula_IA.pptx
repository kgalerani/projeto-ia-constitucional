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D002B-270B-E798-2E38-78062EBA8B4D}" v="3" dt="2026-01-30T21:18:35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ber Antonio Galerani" userId="4ba28be3352bc392" providerId="Windows Live" clId="Web-{0B3D002B-270B-E798-2E38-78062EBA8B4D}"/>
    <pc:docChg chg="modSld">
      <pc:chgData name="Kleber Antonio Galerani" userId="4ba28be3352bc392" providerId="Windows Live" clId="Web-{0B3D002B-270B-E798-2E38-78062EBA8B4D}" dt="2026-01-30T21:18:45.613" v="17"/>
      <pc:docMkLst>
        <pc:docMk/>
      </pc:docMkLst>
      <pc:sldChg chg="addSp delSp modSp mod setBg">
        <pc:chgData name="Kleber Antonio Galerani" userId="4ba28be3352bc392" providerId="Windows Live" clId="Web-{0B3D002B-270B-E798-2E38-78062EBA8B4D}" dt="2026-01-30T21:16:30.846" v="2"/>
        <pc:sldMkLst>
          <pc:docMk/>
          <pc:sldMk cId="0" sldId="256"/>
        </pc:sldMkLst>
        <pc:spChg chg="mod">
          <ac:chgData name="Kleber Antonio Galerani" userId="4ba28be3352bc392" providerId="Windows Live" clId="Web-{0B3D002B-270B-E798-2E38-78062EBA8B4D}" dt="2026-01-30T21:16:30.846" v="2"/>
          <ac:spMkLst>
            <pc:docMk/>
            <pc:sldMk cId="0" sldId="256"/>
            <ac:spMk id="2" creationId="{00000000-0000-0000-0000-000000000000}"/>
          </ac:spMkLst>
        </pc:spChg>
        <pc:spChg chg="mod">
          <ac:chgData name="Kleber Antonio Galerani" userId="4ba28be3352bc392" providerId="Windows Live" clId="Web-{0B3D002B-270B-E798-2E38-78062EBA8B4D}" dt="2026-01-30T21:16:30.846" v="2"/>
          <ac:spMkLst>
            <pc:docMk/>
            <pc:sldMk cId="0" sldId="256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6:22.799" v="1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Kleber Antonio Galerani" userId="4ba28be3352bc392" providerId="Windows Live" clId="Web-{0B3D002B-270B-E798-2E38-78062EBA8B4D}" dt="2026-01-30T21:16:30.846" v="2"/>
          <ac:spMkLst>
            <pc:docMk/>
            <pc:sldMk cId="0" sldId="256"/>
            <ac:spMk id="11" creationId="{A3363022-C969-41E9-8EB2-E4C94908C1FA}"/>
          </ac:spMkLst>
        </pc:spChg>
        <pc:spChg chg="add del">
          <ac:chgData name="Kleber Antonio Galerani" userId="4ba28be3352bc392" providerId="Windows Live" clId="Web-{0B3D002B-270B-E798-2E38-78062EBA8B4D}" dt="2026-01-30T21:16:30.846" v="2"/>
          <ac:spMkLst>
            <pc:docMk/>
            <pc:sldMk cId="0" sldId="256"/>
            <ac:spMk id="13" creationId="{8D1AD6B3-BE88-4CEB-BA17-790657CC4729}"/>
          </ac:spMkLst>
        </pc:spChg>
        <pc:spChg chg="add">
          <ac:chgData name="Kleber Antonio Galerani" userId="4ba28be3352bc392" providerId="Windows Live" clId="Web-{0B3D002B-270B-E798-2E38-78062EBA8B4D}" dt="2026-01-30T21:16:30.846" v="2"/>
          <ac:spMkLst>
            <pc:docMk/>
            <pc:sldMk cId="0" sldId="256"/>
            <ac:spMk id="23" creationId="{DF05ACD0-FF4A-4F8F-B5C5-6A4EBD0D1B38}"/>
          </ac:spMkLst>
        </pc:spChg>
        <pc:spChg chg="add">
          <ac:chgData name="Kleber Antonio Galerani" userId="4ba28be3352bc392" providerId="Windows Live" clId="Web-{0B3D002B-270B-E798-2E38-78062EBA8B4D}" dt="2026-01-30T21:16:30.846" v="2"/>
          <ac:spMkLst>
            <pc:docMk/>
            <pc:sldMk cId="0" sldId="256"/>
            <ac:spMk id="25" creationId="{4C9AFA28-B5ED-4346-9AF7-68A157F16C7E}"/>
          </ac:spMkLst>
        </pc:spChg>
        <pc:grpChg chg="add del">
          <ac:chgData name="Kleber Antonio Galerani" userId="4ba28be3352bc392" providerId="Windows Live" clId="Web-{0B3D002B-270B-E798-2E38-78062EBA8B4D}" dt="2026-01-30T21:16:30.846" v="2"/>
          <ac:grpSpMkLst>
            <pc:docMk/>
            <pc:sldMk cId="0" sldId="256"/>
            <ac:grpSpMk id="15" creationId="{89D1390B-7E13-4B4F-9CB2-391063412E54}"/>
          </ac:grpSpMkLst>
        </pc:grpChg>
        <pc:picChg chg="add mod">
          <ac:chgData name="Kleber Antonio Galerani" userId="4ba28be3352bc392" providerId="Windows Live" clId="Web-{0B3D002B-270B-E798-2E38-78062EBA8B4D}" dt="2026-01-30T21:16:30.846" v="2"/>
          <ac:picMkLst>
            <pc:docMk/>
            <pc:sldMk cId="0" sldId="256"/>
            <ac:picMk id="8" creationId="{EC69F675-BC69-E840-4D02-1E12EBE07C2F}"/>
          </ac:picMkLst>
        </pc:picChg>
      </pc:sldChg>
      <pc:sldChg chg="addSp delSp modSp mod setBg">
        <pc:chgData name="Kleber Antonio Galerani" userId="4ba28be3352bc392" providerId="Windows Live" clId="Web-{0B3D002B-270B-E798-2E38-78062EBA8B4D}" dt="2026-01-30T21:16:45.346" v="3"/>
        <pc:sldMkLst>
          <pc:docMk/>
          <pc:sldMk cId="0" sldId="257"/>
        </pc:sldMkLst>
        <pc:spChg chg="mod">
          <ac:chgData name="Kleber Antonio Galerani" userId="4ba28be3352bc392" providerId="Windows Live" clId="Web-{0B3D002B-270B-E798-2E38-78062EBA8B4D}" dt="2026-01-30T21:16:45.346" v="3"/>
          <ac:spMkLst>
            <pc:docMk/>
            <pc:sldMk cId="0" sldId="257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6:45.346" v="3"/>
          <ac:spMkLst>
            <pc:docMk/>
            <pc:sldMk cId="0" sldId="257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6:45.346" v="3"/>
          <ac:spMkLst>
            <pc:docMk/>
            <pc:sldMk cId="0" sldId="257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6:45.346" v="3"/>
          <ac:spMkLst>
            <pc:docMk/>
            <pc:sldMk cId="0" sldId="257"/>
            <ac:spMk id="10" creationId="{2659FDB4-FCBE-4A89-B46D-43D4FA54464D}"/>
          </ac:spMkLst>
        </pc:spChg>
        <pc:spChg chg="add">
          <ac:chgData name="Kleber Antonio Galerani" userId="4ba28be3352bc392" providerId="Windows Live" clId="Web-{0B3D002B-270B-E798-2E38-78062EBA8B4D}" dt="2026-01-30T21:16:45.346" v="3"/>
          <ac:spMkLst>
            <pc:docMk/>
            <pc:sldMk cId="0" sldId="257"/>
            <ac:spMk id="14" creationId="{58BDB0EE-D238-415B-9ED8-62AA6AB2AAD1}"/>
          </ac:spMkLst>
        </pc:spChg>
        <pc:spChg chg="add">
          <ac:chgData name="Kleber Antonio Galerani" userId="4ba28be3352bc392" providerId="Windows Live" clId="Web-{0B3D002B-270B-E798-2E38-78062EBA8B4D}" dt="2026-01-30T21:16:45.346" v="3"/>
          <ac:spMkLst>
            <pc:docMk/>
            <pc:sldMk cId="0" sldId="257"/>
            <ac:spMk id="16" creationId="{C5B55FC3-961D-4325-82F1-DE92B0D04E03}"/>
          </ac:spMkLst>
        </pc:spChg>
        <pc:spChg chg="add">
          <ac:chgData name="Kleber Antonio Galerani" userId="4ba28be3352bc392" providerId="Windows Live" clId="Web-{0B3D002B-270B-E798-2E38-78062EBA8B4D}" dt="2026-01-30T21:16:45.346" v="3"/>
          <ac:spMkLst>
            <pc:docMk/>
            <pc:sldMk cId="0" sldId="257"/>
            <ac:spMk id="18" creationId="{4C8AB332-D09E-4F28-943C-DABDD4716A3C}"/>
          </ac:spMkLst>
        </pc:spChg>
        <pc:graphicFrameChg chg="add">
          <ac:chgData name="Kleber Antonio Galerani" userId="4ba28be3352bc392" providerId="Windows Live" clId="Web-{0B3D002B-270B-E798-2E38-78062EBA8B4D}" dt="2026-01-30T21:16:45.346" v="3"/>
          <ac:graphicFrameMkLst>
            <pc:docMk/>
            <pc:sldMk cId="0" sldId="257"/>
            <ac:graphicFrameMk id="6" creationId="{1AB80904-0C42-5C9A-563C-B8151C65E843}"/>
          </ac:graphicFrameMkLst>
        </pc:graphicFrameChg>
        <pc:cxnChg chg="add">
          <ac:chgData name="Kleber Antonio Galerani" userId="4ba28be3352bc392" providerId="Windows Live" clId="Web-{0B3D002B-270B-E798-2E38-78062EBA8B4D}" dt="2026-01-30T21:16:45.346" v="3"/>
          <ac:cxnSpMkLst>
            <pc:docMk/>
            <pc:sldMk cId="0" sldId="257"/>
            <ac:cxnSpMk id="12" creationId="{C8F51B3F-8331-4E4A-AE96-D47B1006EEAD}"/>
          </ac:cxnSpMkLst>
        </pc:cxnChg>
      </pc:sldChg>
      <pc:sldChg chg="addSp delSp modSp mod setBg">
        <pc:chgData name="Kleber Antonio Galerani" userId="4ba28be3352bc392" providerId="Windows Live" clId="Web-{0B3D002B-270B-E798-2E38-78062EBA8B4D}" dt="2026-01-30T21:16:56.425" v="4"/>
        <pc:sldMkLst>
          <pc:docMk/>
          <pc:sldMk cId="0" sldId="258"/>
        </pc:sldMkLst>
        <pc:spChg chg="mod">
          <ac:chgData name="Kleber Antonio Galerani" userId="4ba28be3352bc392" providerId="Windows Live" clId="Web-{0B3D002B-270B-E798-2E38-78062EBA8B4D}" dt="2026-01-30T21:16:56.425" v="4"/>
          <ac:spMkLst>
            <pc:docMk/>
            <pc:sldMk cId="0" sldId="258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6:56.425" v="4"/>
          <ac:spMkLst>
            <pc:docMk/>
            <pc:sldMk cId="0" sldId="258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6:56.425" v="4"/>
          <ac:spMkLst>
            <pc:docMk/>
            <pc:sldMk cId="0" sldId="258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6:56.425" v="4"/>
          <ac:spMkLst>
            <pc:docMk/>
            <pc:sldMk cId="0" sldId="258"/>
            <ac:spMk id="10" creationId="{2E442304-DDBD-4F7B-8017-36BCC863FB40}"/>
          </ac:spMkLst>
        </pc:spChg>
        <pc:spChg chg="add">
          <ac:chgData name="Kleber Antonio Galerani" userId="4ba28be3352bc392" providerId="Windows Live" clId="Web-{0B3D002B-270B-E798-2E38-78062EBA8B4D}" dt="2026-01-30T21:16:56.425" v="4"/>
          <ac:spMkLst>
            <pc:docMk/>
            <pc:sldMk cId="0" sldId="258"/>
            <ac:spMk id="12" creationId="{5E107275-3853-46FD-A241-DE4355A42675}"/>
          </ac:spMkLst>
        </pc:spChg>
        <pc:graphicFrameChg chg="add">
          <ac:chgData name="Kleber Antonio Galerani" userId="4ba28be3352bc392" providerId="Windows Live" clId="Web-{0B3D002B-270B-E798-2E38-78062EBA8B4D}" dt="2026-01-30T21:16:56.425" v="4"/>
          <ac:graphicFrameMkLst>
            <pc:docMk/>
            <pc:sldMk cId="0" sldId="258"/>
            <ac:graphicFrameMk id="6" creationId="{CA19C08C-E102-A07D-7A4C-A296FF9823BD}"/>
          </ac:graphicFrameMkLst>
        </pc:graphicFrameChg>
      </pc:sldChg>
      <pc:sldChg chg="addSp delSp modSp mod setBg">
        <pc:chgData name="Kleber Antonio Galerani" userId="4ba28be3352bc392" providerId="Windows Live" clId="Web-{0B3D002B-270B-E798-2E38-78062EBA8B4D}" dt="2026-01-30T21:17:05.159" v="5"/>
        <pc:sldMkLst>
          <pc:docMk/>
          <pc:sldMk cId="0" sldId="259"/>
        </pc:sldMkLst>
        <pc:spChg chg="mod">
          <ac:chgData name="Kleber Antonio Galerani" userId="4ba28be3352bc392" providerId="Windows Live" clId="Web-{0B3D002B-270B-E798-2E38-78062EBA8B4D}" dt="2026-01-30T21:17:05.159" v="5"/>
          <ac:spMkLst>
            <pc:docMk/>
            <pc:sldMk cId="0" sldId="259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05.159" v="5"/>
          <ac:spMkLst>
            <pc:docMk/>
            <pc:sldMk cId="0" sldId="259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05.159" v="5"/>
          <ac:spMkLst>
            <pc:docMk/>
            <pc:sldMk cId="0" sldId="259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7:05.159" v="5"/>
          <ac:spMkLst>
            <pc:docMk/>
            <pc:sldMk cId="0" sldId="259"/>
            <ac:spMk id="10" creationId="{2E442304-DDBD-4F7B-8017-36BCC863FB40}"/>
          </ac:spMkLst>
        </pc:spChg>
        <pc:spChg chg="add">
          <ac:chgData name="Kleber Antonio Galerani" userId="4ba28be3352bc392" providerId="Windows Live" clId="Web-{0B3D002B-270B-E798-2E38-78062EBA8B4D}" dt="2026-01-30T21:17:05.159" v="5"/>
          <ac:spMkLst>
            <pc:docMk/>
            <pc:sldMk cId="0" sldId="259"/>
            <ac:spMk id="12" creationId="{5E107275-3853-46FD-A241-DE4355A42675}"/>
          </ac:spMkLst>
        </pc:spChg>
        <pc:graphicFrameChg chg="add">
          <ac:chgData name="Kleber Antonio Galerani" userId="4ba28be3352bc392" providerId="Windows Live" clId="Web-{0B3D002B-270B-E798-2E38-78062EBA8B4D}" dt="2026-01-30T21:17:05.159" v="5"/>
          <ac:graphicFrameMkLst>
            <pc:docMk/>
            <pc:sldMk cId="0" sldId="259"/>
            <ac:graphicFrameMk id="6" creationId="{A633C343-818D-CBF4-67F6-7E05604A67B5}"/>
          </ac:graphicFrameMkLst>
        </pc:graphicFrameChg>
      </pc:sldChg>
      <pc:sldChg chg="addSp delSp modSp mod setBg">
        <pc:chgData name="Kleber Antonio Galerani" userId="4ba28be3352bc392" providerId="Windows Live" clId="Web-{0B3D002B-270B-E798-2E38-78062EBA8B4D}" dt="2026-01-30T21:17:11.987" v="6"/>
        <pc:sldMkLst>
          <pc:docMk/>
          <pc:sldMk cId="0" sldId="260"/>
        </pc:sldMkLst>
        <pc:spChg chg="mod">
          <ac:chgData name="Kleber Antonio Galerani" userId="4ba28be3352bc392" providerId="Windows Live" clId="Web-{0B3D002B-270B-E798-2E38-78062EBA8B4D}" dt="2026-01-30T21:17:11.987" v="6"/>
          <ac:spMkLst>
            <pc:docMk/>
            <pc:sldMk cId="0" sldId="260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11.987" v="6"/>
          <ac:spMkLst>
            <pc:docMk/>
            <pc:sldMk cId="0" sldId="260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11.987" v="6"/>
          <ac:spMkLst>
            <pc:docMk/>
            <pc:sldMk cId="0" sldId="260"/>
            <ac:spMk id="4" creationId="{00000000-0000-0000-0000-000000000000}"/>
          </ac:spMkLst>
        </pc:spChg>
        <pc:graphicFrameChg chg="add">
          <ac:chgData name="Kleber Antonio Galerani" userId="4ba28be3352bc392" providerId="Windows Live" clId="Web-{0B3D002B-270B-E798-2E38-78062EBA8B4D}" dt="2026-01-30T21:17:11.987" v="6"/>
          <ac:graphicFrameMkLst>
            <pc:docMk/>
            <pc:sldMk cId="0" sldId="260"/>
            <ac:graphicFrameMk id="6" creationId="{7DA4498B-66F1-4461-B68F-5EACE2C7C092}"/>
          </ac:graphicFrameMkLst>
        </pc:graphicFrameChg>
        <pc:picChg chg="add">
          <ac:chgData name="Kleber Antonio Galerani" userId="4ba28be3352bc392" providerId="Windows Live" clId="Web-{0B3D002B-270B-E798-2E38-78062EBA8B4D}" dt="2026-01-30T21:17:11.987" v="6"/>
          <ac:picMkLst>
            <pc:docMk/>
            <pc:sldMk cId="0" sldId="260"/>
            <ac:picMk id="7" creationId="{8A6BD8C7-2182-51CE-80FF-5C86147C4D3B}"/>
          </ac:picMkLst>
        </pc:picChg>
      </pc:sldChg>
      <pc:sldChg chg="addSp delSp modSp mod setBg">
        <pc:chgData name="Kleber Antonio Galerani" userId="4ba28be3352bc392" providerId="Windows Live" clId="Web-{0B3D002B-270B-E798-2E38-78062EBA8B4D}" dt="2026-01-30T21:17:22.316" v="7"/>
        <pc:sldMkLst>
          <pc:docMk/>
          <pc:sldMk cId="0" sldId="261"/>
        </pc:sldMkLst>
        <pc:spChg chg="mod">
          <ac:chgData name="Kleber Antonio Galerani" userId="4ba28be3352bc392" providerId="Windows Live" clId="Web-{0B3D002B-270B-E798-2E38-78062EBA8B4D}" dt="2026-01-30T21:17:22.316" v="7"/>
          <ac:spMkLst>
            <pc:docMk/>
            <pc:sldMk cId="0" sldId="261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22.316" v="7"/>
          <ac:spMkLst>
            <pc:docMk/>
            <pc:sldMk cId="0" sldId="261"/>
            <ac:spMk id="3" creationId="{00000000-0000-0000-0000-000000000000}"/>
          </ac:spMkLst>
        </pc:spChg>
        <pc:spChg chg="mod">
          <ac:chgData name="Kleber Antonio Galerani" userId="4ba28be3352bc392" providerId="Windows Live" clId="Web-{0B3D002B-270B-E798-2E38-78062EBA8B4D}" dt="2026-01-30T21:17:22.316" v="7"/>
          <ac:spMkLst>
            <pc:docMk/>
            <pc:sldMk cId="0" sldId="261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7:22.316" v="7"/>
          <ac:spMkLst>
            <pc:docMk/>
            <pc:sldMk cId="0" sldId="261"/>
            <ac:spMk id="10" creationId="{AE3A741D-C19B-960A-5803-1C5887147820}"/>
          </ac:spMkLst>
        </pc:spChg>
        <pc:spChg chg="add">
          <ac:chgData name="Kleber Antonio Galerani" userId="4ba28be3352bc392" providerId="Windows Live" clId="Web-{0B3D002B-270B-E798-2E38-78062EBA8B4D}" dt="2026-01-30T21:17:22.316" v="7"/>
          <ac:spMkLst>
            <pc:docMk/>
            <pc:sldMk cId="0" sldId="261"/>
            <ac:spMk id="12" creationId="{DC39DE25-0E4E-0AA7-0932-1D78C2372786}"/>
          </ac:spMkLst>
        </pc:spChg>
        <pc:spChg chg="add">
          <ac:chgData name="Kleber Antonio Galerani" userId="4ba28be3352bc392" providerId="Windows Live" clId="Web-{0B3D002B-270B-E798-2E38-78062EBA8B4D}" dt="2026-01-30T21:17:22.316" v="7"/>
          <ac:spMkLst>
            <pc:docMk/>
            <pc:sldMk cId="0" sldId="261"/>
            <ac:spMk id="14" creationId="{8D6EA299-0840-6DEA-E670-C49AEBC87E89}"/>
          </ac:spMkLst>
        </pc:spChg>
        <pc:picChg chg="add">
          <ac:chgData name="Kleber Antonio Galerani" userId="4ba28be3352bc392" providerId="Windows Live" clId="Web-{0B3D002B-270B-E798-2E38-78062EBA8B4D}" dt="2026-01-30T21:17:22.316" v="7"/>
          <ac:picMkLst>
            <pc:docMk/>
            <pc:sldMk cId="0" sldId="261"/>
            <ac:picMk id="6" creationId="{11AE2F32-498C-C8C1-4A51-759585780182}"/>
          </ac:picMkLst>
        </pc:picChg>
      </pc:sldChg>
      <pc:sldChg chg="addSp delSp modSp mod setBg">
        <pc:chgData name="Kleber Antonio Galerani" userId="4ba28be3352bc392" providerId="Windows Live" clId="Web-{0B3D002B-270B-E798-2E38-78062EBA8B4D}" dt="2026-01-30T21:17:30.894" v="8"/>
        <pc:sldMkLst>
          <pc:docMk/>
          <pc:sldMk cId="0" sldId="262"/>
        </pc:sldMkLst>
        <pc:spChg chg="mod">
          <ac:chgData name="Kleber Antonio Galerani" userId="4ba28be3352bc392" providerId="Windows Live" clId="Web-{0B3D002B-270B-E798-2E38-78062EBA8B4D}" dt="2026-01-30T21:17:30.894" v="8"/>
          <ac:spMkLst>
            <pc:docMk/>
            <pc:sldMk cId="0" sldId="262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30.894" v="8"/>
          <ac:spMkLst>
            <pc:docMk/>
            <pc:sldMk cId="0" sldId="262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30.894" v="8"/>
          <ac:spMkLst>
            <pc:docMk/>
            <pc:sldMk cId="0" sldId="262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7:30.894" v="8"/>
          <ac:spMkLst>
            <pc:docMk/>
            <pc:sldMk cId="0" sldId="262"/>
            <ac:spMk id="10" creationId="{1D63C574-BFD2-41A1-A567-B0C3CC7FDD4F}"/>
          </ac:spMkLst>
        </pc:spChg>
        <pc:spChg chg="add">
          <ac:chgData name="Kleber Antonio Galerani" userId="4ba28be3352bc392" providerId="Windows Live" clId="Web-{0B3D002B-270B-E798-2E38-78062EBA8B4D}" dt="2026-01-30T21:17:30.894" v="8"/>
          <ac:spMkLst>
            <pc:docMk/>
            <pc:sldMk cId="0" sldId="262"/>
            <ac:spMk id="12" creationId="{E2A46BAB-8C31-42B2-90E8-B26DD3E81D37}"/>
          </ac:spMkLst>
        </pc:spChg>
        <pc:grpChg chg="add">
          <ac:chgData name="Kleber Antonio Galerani" userId="4ba28be3352bc392" providerId="Windows Live" clId="Web-{0B3D002B-270B-E798-2E38-78062EBA8B4D}" dt="2026-01-30T21:17:30.894" v="8"/>
          <ac:grpSpMkLst>
            <pc:docMk/>
            <pc:sldMk cId="0" sldId="262"/>
            <ac:grpSpMk id="14" creationId="{B3F7A3C7-0737-4E57-B30E-8EEFE638B401}"/>
          </ac:grpSpMkLst>
        </pc:grpChg>
        <pc:grpChg chg="add">
          <ac:chgData name="Kleber Antonio Galerani" userId="4ba28be3352bc392" providerId="Windows Live" clId="Web-{0B3D002B-270B-E798-2E38-78062EBA8B4D}" dt="2026-01-30T21:17:30.894" v="8"/>
          <ac:grpSpMkLst>
            <pc:docMk/>
            <pc:sldMk cId="0" sldId="262"/>
            <ac:grpSpMk id="18" creationId="{43F5E015-E085-4624-B431-B42414448684}"/>
          </ac:grpSpMkLst>
        </pc:grpChg>
        <pc:graphicFrameChg chg="add">
          <ac:chgData name="Kleber Antonio Galerani" userId="4ba28be3352bc392" providerId="Windows Live" clId="Web-{0B3D002B-270B-E798-2E38-78062EBA8B4D}" dt="2026-01-30T21:17:30.894" v="8"/>
          <ac:graphicFrameMkLst>
            <pc:docMk/>
            <pc:sldMk cId="0" sldId="262"/>
            <ac:graphicFrameMk id="6" creationId="{CC128B00-0E7A-AEEE-D149-BC5251C820A7}"/>
          </ac:graphicFrameMkLst>
        </pc:graphicFrameChg>
      </pc:sldChg>
      <pc:sldChg chg="addSp delSp modSp mod setBg">
        <pc:chgData name="Kleber Antonio Galerani" userId="4ba28be3352bc392" providerId="Windows Live" clId="Web-{0B3D002B-270B-E798-2E38-78062EBA8B4D}" dt="2026-01-30T21:17:38.910" v="9"/>
        <pc:sldMkLst>
          <pc:docMk/>
          <pc:sldMk cId="0" sldId="263"/>
        </pc:sldMkLst>
        <pc:spChg chg="mod">
          <ac:chgData name="Kleber Antonio Galerani" userId="4ba28be3352bc392" providerId="Windows Live" clId="Web-{0B3D002B-270B-E798-2E38-78062EBA8B4D}" dt="2026-01-30T21:17:38.910" v="9"/>
          <ac:spMkLst>
            <pc:docMk/>
            <pc:sldMk cId="0" sldId="263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38.910" v="9"/>
          <ac:spMkLst>
            <pc:docMk/>
            <pc:sldMk cId="0" sldId="263"/>
            <ac:spMk id="3" creationId="{00000000-0000-0000-0000-000000000000}"/>
          </ac:spMkLst>
        </pc:spChg>
        <pc:spChg chg="mod">
          <ac:chgData name="Kleber Antonio Galerani" userId="4ba28be3352bc392" providerId="Windows Live" clId="Web-{0B3D002B-270B-E798-2E38-78062EBA8B4D}" dt="2026-01-30T21:17:38.910" v="9"/>
          <ac:spMkLst>
            <pc:docMk/>
            <pc:sldMk cId="0" sldId="263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7:38.910" v="9"/>
          <ac:spMkLst>
            <pc:docMk/>
            <pc:sldMk cId="0" sldId="263"/>
            <ac:spMk id="10" creationId="{C0763A76-9F1C-4FC5-82B7-DD475DA461B2}"/>
          </ac:spMkLst>
        </pc:spChg>
        <pc:spChg chg="add">
          <ac:chgData name="Kleber Antonio Galerani" userId="4ba28be3352bc392" providerId="Windows Live" clId="Web-{0B3D002B-270B-E798-2E38-78062EBA8B4D}" dt="2026-01-30T21:17:38.910" v="9"/>
          <ac:spMkLst>
            <pc:docMk/>
            <pc:sldMk cId="0" sldId="263"/>
            <ac:spMk id="12" creationId="{E81BF4F6-F2CF-4984-9D14-D6966D92F99F}"/>
          </ac:spMkLst>
        </pc:spChg>
        <pc:picChg chg="add">
          <ac:chgData name="Kleber Antonio Galerani" userId="4ba28be3352bc392" providerId="Windows Live" clId="Web-{0B3D002B-270B-E798-2E38-78062EBA8B4D}" dt="2026-01-30T21:17:38.910" v="9"/>
          <ac:picMkLst>
            <pc:docMk/>
            <pc:sldMk cId="0" sldId="263"/>
            <ac:picMk id="6" creationId="{307939EB-9B9E-45CE-8127-1A12F10848C8}"/>
          </ac:picMkLst>
        </pc:picChg>
      </pc:sldChg>
      <pc:sldChg chg="addSp delSp modSp mod setBg">
        <pc:chgData name="Kleber Antonio Galerani" userId="4ba28be3352bc392" providerId="Windows Live" clId="Web-{0B3D002B-270B-E798-2E38-78062EBA8B4D}" dt="2026-01-30T21:17:47.050" v="10"/>
        <pc:sldMkLst>
          <pc:docMk/>
          <pc:sldMk cId="0" sldId="264"/>
        </pc:sldMkLst>
        <pc:spChg chg="mod">
          <ac:chgData name="Kleber Antonio Galerani" userId="4ba28be3352bc392" providerId="Windows Live" clId="Web-{0B3D002B-270B-E798-2E38-78062EBA8B4D}" dt="2026-01-30T21:17:47.050" v="10"/>
          <ac:spMkLst>
            <pc:docMk/>
            <pc:sldMk cId="0" sldId="264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47.050" v="10"/>
          <ac:spMkLst>
            <pc:docMk/>
            <pc:sldMk cId="0" sldId="264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7:47.050" v="10"/>
          <ac:spMkLst>
            <pc:docMk/>
            <pc:sldMk cId="0" sldId="264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7:47.050" v="10"/>
          <ac:spMkLst>
            <pc:docMk/>
            <pc:sldMk cId="0" sldId="264"/>
            <ac:spMk id="10" creationId="{35DB3719-6FDC-4E5D-891D-FF40B7300F64}"/>
          </ac:spMkLst>
        </pc:spChg>
        <pc:spChg chg="add">
          <ac:chgData name="Kleber Antonio Galerani" userId="4ba28be3352bc392" providerId="Windows Live" clId="Web-{0B3D002B-270B-E798-2E38-78062EBA8B4D}" dt="2026-01-30T21:17:47.050" v="10"/>
          <ac:spMkLst>
            <pc:docMk/>
            <pc:sldMk cId="0" sldId="264"/>
            <ac:spMk id="12" creationId="{E0CBAC23-2E3F-4A90-BA59-F8299F6A5439}"/>
          </ac:spMkLst>
        </pc:spChg>
        <pc:graphicFrameChg chg="add">
          <ac:chgData name="Kleber Antonio Galerani" userId="4ba28be3352bc392" providerId="Windows Live" clId="Web-{0B3D002B-270B-E798-2E38-78062EBA8B4D}" dt="2026-01-30T21:17:47.050" v="10"/>
          <ac:graphicFrameMkLst>
            <pc:docMk/>
            <pc:sldMk cId="0" sldId="264"/>
            <ac:graphicFrameMk id="6" creationId="{6888C5E8-9A2C-81D2-478D-BC696CE75FE4}"/>
          </ac:graphicFrameMkLst>
        </pc:graphicFrameChg>
      </pc:sldChg>
      <pc:sldChg chg="addSp delSp modSp mod setBg">
        <pc:chgData name="Kleber Antonio Galerani" userId="4ba28be3352bc392" providerId="Windows Live" clId="Web-{0B3D002B-270B-E798-2E38-78062EBA8B4D}" dt="2026-01-30T21:18:00.785" v="11"/>
        <pc:sldMkLst>
          <pc:docMk/>
          <pc:sldMk cId="0" sldId="265"/>
        </pc:sldMkLst>
        <pc:spChg chg="mod">
          <ac:chgData name="Kleber Antonio Galerani" userId="4ba28be3352bc392" providerId="Windows Live" clId="Web-{0B3D002B-270B-E798-2E38-78062EBA8B4D}" dt="2026-01-30T21:18:00.785" v="11"/>
          <ac:spMkLst>
            <pc:docMk/>
            <pc:sldMk cId="0" sldId="265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00.785" v="11"/>
          <ac:spMkLst>
            <pc:docMk/>
            <pc:sldMk cId="0" sldId="265"/>
            <ac:spMk id="3" creationId="{00000000-0000-0000-0000-000000000000}"/>
          </ac:spMkLst>
        </pc:spChg>
        <pc:spChg chg="mod">
          <ac:chgData name="Kleber Antonio Galerani" userId="4ba28be3352bc392" providerId="Windows Live" clId="Web-{0B3D002B-270B-E798-2E38-78062EBA8B4D}" dt="2026-01-30T21:18:00.785" v="11"/>
          <ac:spMkLst>
            <pc:docMk/>
            <pc:sldMk cId="0" sldId="265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8:00.785" v="11"/>
          <ac:spMkLst>
            <pc:docMk/>
            <pc:sldMk cId="0" sldId="265"/>
            <ac:spMk id="9" creationId="{907EF6B7-1338-4443-8C46-6A318D952DFD}"/>
          </ac:spMkLst>
        </pc:spChg>
        <pc:spChg chg="add">
          <ac:chgData name="Kleber Antonio Galerani" userId="4ba28be3352bc392" providerId="Windows Live" clId="Web-{0B3D002B-270B-E798-2E38-78062EBA8B4D}" dt="2026-01-30T21:18:00.785" v="11"/>
          <ac:spMkLst>
            <pc:docMk/>
            <pc:sldMk cId="0" sldId="265"/>
            <ac:spMk id="11" creationId="{DAAE4CDD-124C-4DCF-9584-B6033B545DD5}"/>
          </ac:spMkLst>
        </pc:spChg>
        <pc:spChg chg="add">
          <ac:chgData name="Kleber Antonio Galerani" userId="4ba28be3352bc392" providerId="Windows Live" clId="Web-{0B3D002B-270B-E798-2E38-78062EBA8B4D}" dt="2026-01-30T21:18:00.785" v="11"/>
          <ac:spMkLst>
            <pc:docMk/>
            <pc:sldMk cId="0" sldId="265"/>
            <ac:spMk id="13" creationId="{081E4A58-353D-44AE-B2FC-2A74E2E400F7}"/>
          </ac:spMkLst>
        </pc:spChg>
      </pc:sldChg>
      <pc:sldChg chg="addSp delSp modSp mod setBg">
        <pc:chgData name="Kleber Antonio Galerani" userId="4ba28be3352bc392" providerId="Windows Live" clId="Web-{0B3D002B-270B-E798-2E38-78062EBA8B4D}" dt="2026-01-30T21:18:07.394" v="12"/>
        <pc:sldMkLst>
          <pc:docMk/>
          <pc:sldMk cId="0" sldId="266"/>
        </pc:sldMkLst>
        <pc:spChg chg="mod">
          <ac:chgData name="Kleber Antonio Galerani" userId="4ba28be3352bc392" providerId="Windows Live" clId="Web-{0B3D002B-270B-E798-2E38-78062EBA8B4D}" dt="2026-01-30T21:18:07.394" v="12"/>
          <ac:spMkLst>
            <pc:docMk/>
            <pc:sldMk cId="0" sldId="266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07.394" v="12"/>
          <ac:spMkLst>
            <pc:docMk/>
            <pc:sldMk cId="0" sldId="266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07.394" v="12"/>
          <ac:spMkLst>
            <pc:docMk/>
            <pc:sldMk cId="0" sldId="266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8:07.394" v="12"/>
          <ac:spMkLst>
            <pc:docMk/>
            <pc:sldMk cId="0" sldId="266"/>
            <ac:spMk id="10" creationId="{2659FDB4-FCBE-4A89-B46D-43D4FA54464D}"/>
          </ac:spMkLst>
        </pc:spChg>
        <pc:spChg chg="add">
          <ac:chgData name="Kleber Antonio Galerani" userId="4ba28be3352bc392" providerId="Windows Live" clId="Web-{0B3D002B-270B-E798-2E38-78062EBA8B4D}" dt="2026-01-30T21:18:07.394" v="12"/>
          <ac:spMkLst>
            <pc:docMk/>
            <pc:sldMk cId="0" sldId="266"/>
            <ac:spMk id="14" creationId="{58BDB0EE-D238-415B-9ED8-62AA6AB2AAD1}"/>
          </ac:spMkLst>
        </pc:spChg>
        <pc:spChg chg="add">
          <ac:chgData name="Kleber Antonio Galerani" userId="4ba28be3352bc392" providerId="Windows Live" clId="Web-{0B3D002B-270B-E798-2E38-78062EBA8B4D}" dt="2026-01-30T21:18:07.394" v="12"/>
          <ac:spMkLst>
            <pc:docMk/>
            <pc:sldMk cId="0" sldId="266"/>
            <ac:spMk id="16" creationId="{C5B55FC3-961D-4325-82F1-DE92B0D04E03}"/>
          </ac:spMkLst>
        </pc:spChg>
        <pc:spChg chg="add">
          <ac:chgData name="Kleber Antonio Galerani" userId="4ba28be3352bc392" providerId="Windows Live" clId="Web-{0B3D002B-270B-E798-2E38-78062EBA8B4D}" dt="2026-01-30T21:18:07.394" v="12"/>
          <ac:spMkLst>
            <pc:docMk/>
            <pc:sldMk cId="0" sldId="266"/>
            <ac:spMk id="18" creationId="{4C8AB332-D09E-4F28-943C-DABDD4716A3C}"/>
          </ac:spMkLst>
        </pc:spChg>
        <pc:graphicFrameChg chg="add">
          <ac:chgData name="Kleber Antonio Galerani" userId="4ba28be3352bc392" providerId="Windows Live" clId="Web-{0B3D002B-270B-E798-2E38-78062EBA8B4D}" dt="2026-01-30T21:18:07.394" v="12"/>
          <ac:graphicFrameMkLst>
            <pc:docMk/>
            <pc:sldMk cId="0" sldId="266"/>
            <ac:graphicFrameMk id="6" creationId="{F6468691-0FBD-0B51-BDDB-EA910B08DA6B}"/>
          </ac:graphicFrameMkLst>
        </pc:graphicFrameChg>
        <pc:cxnChg chg="add">
          <ac:chgData name="Kleber Antonio Galerani" userId="4ba28be3352bc392" providerId="Windows Live" clId="Web-{0B3D002B-270B-E798-2E38-78062EBA8B4D}" dt="2026-01-30T21:18:07.394" v="12"/>
          <ac:cxnSpMkLst>
            <pc:docMk/>
            <pc:sldMk cId="0" sldId="266"/>
            <ac:cxnSpMk id="12" creationId="{C8F51B3F-8331-4E4A-AE96-D47B1006EEAD}"/>
          </ac:cxnSpMkLst>
        </pc:cxnChg>
      </pc:sldChg>
      <pc:sldChg chg="addSp delSp modSp mod setBg">
        <pc:chgData name="Kleber Antonio Galerani" userId="4ba28be3352bc392" providerId="Windows Live" clId="Web-{0B3D002B-270B-E798-2E38-78062EBA8B4D}" dt="2026-01-30T21:18:19.941" v="14"/>
        <pc:sldMkLst>
          <pc:docMk/>
          <pc:sldMk cId="0" sldId="267"/>
        </pc:sldMkLst>
        <pc:spChg chg="mod">
          <ac:chgData name="Kleber Antonio Galerani" userId="4ba28be3352bc392" providerId="Windows Live" clId="Web-{0B3D002B-270B-E798-2E38-78062EBA8B4D}" dt="2026-01-30T21:18:19.941" v="14"/>
          <ac:spMkLst>
            <pc:docMk/>
            <pc:sldMk cId="0" sldId="267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19.941" v="14"/>
          <ac:spMkLst>
            <pc:docMk/>
            <pc:sldMk cId="0" sldId="267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19.941" v="14"/>
          <ac:spMkLst>
            <pc:docMk/>
            <pc:sldMk cId="0" sldId="267"/>
            <ac:spMk id="4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13.066" v="13"/>
          <ac:spMkLst>
            <pc:docMk/>
            <pc:sldMk cId="0" sldId="267"/>
            <ac:spMk id="5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8:19.941" v="14"/>
          <ac:spMkLst>
            <pc:docMk/>
            <pc:sldMk cId="0" sldId="267"/>
            <ac:spMk id="10" creationId="{1D63C574-BFD2-41A1-A567-B0C3CC7FDD4F}"/>
          </ac:spMkLst>
        </pc:spChg>
        <pc:spChg chg="add">
          <ac:chgData name="Kleber Antonio Galerani" userId="4ba28be3352bc392" providerId="Windows Live" clId="Web-{0B3D002B-270B-E798-2E38-78062EBA8B4D}" dt="2026-01-30T21:18:19.941" v="14"/>
          <ac:spMkLst>
            <pc:docMk/>
            <pc:sldMk cId="0" sldId="267"/>
            <ac:spMk id="12" creationId="{E2A46BAB-8C31-42B2-90E8-B26DD3E81D37}"/>
          </ac:spMkLst>
        </pc:spChg>
        <pc:grpChg chg="add">
          <ac:chgData name="Kleber Antonio Galerani" userId="4ba28be3352bc392" providerId="Windows Live" clId="Web-{0B3D002B-270B-E798-2E38-78062EBA8B4D}" dt="2026-01-30T21:18:19.941" v="14"/>
          <ac:grpSpMkLst>
            <pc:docMk/>
            <pc:sldMk cId="0" sldId="267"/>
            <ac:grpSpMk id="14" creationId="{B3F7A3C7-0737-4E57-B30E-8EEFE638B401}"/>
          </ac:grpSpMkLst>
        </pc:grpChg>
        <pc:grpChg chg="add">
          <ac:chgData name="Kleber Antonio Galerani" userId="4ba28be3352bc392" providerId="Windows Live" clId="Web-{0B3D002B-270B-E798-2E38-78062EBA8B4D}" dt="2026-01-30T21:18:19.941" v="14"/>
          <ac:grpSpMkLst>
            <pc:docMk/>
            <pc:sldMk cId="0" sldId="267"/>
            <ac:grpSpMk id="18" creationId="{43F5E015-E085-4624-B431-B42414448684}"/>
          </ac:grpSpMkLst>
        </pc:grpChg>
        <pc:graphicFrameChg chg="add">
          <ac:chgData name="Kleber Antonio Galerani" userId="4ba28be3352bc392" providerId="Windows Live" clId="Web-{0B3D002B-270B-E798-2E38-78062EBA8B4D}" dt="2026-01-30T21:18:19.941" v="14"/>
          <ac:graphicFrameMkLst>
            <pc:docMk/>
            <pc:sldMk cId="0" sldId="267"/>
            <ac:graphicFrameMk id="6" creationId="{1B96960D-2EA9-4492-F55A-F9949FBAAF43}"/>
          </ac:graphicFrameMkLst>
        </pc:graphicFrameChg>
      </pc:sldChg>
      <pc:sldChg chg="addSp delSp modSp mod setBg">
        <pc:chgData name="Kleber Antonio Galerani" userId="4ba28be3352bc392" providerId="Windows Live" clId="Web-{0B3D002B-270B-E798-2E38-78062EBA8B4D}" dt="2026-01-30T21:18:30.082" v="15"/>
        <pc:sldMkLst>
          <pc:docMk/>
          <pc:sldMk cId="0" sldId="268"/>
        </pc:sldMkLst>
        <pc:spChg chg="mod">
          <ac:chgData name="Kleber Antonio Galerani" userId="4ba28be3352bc392" providerId="Windows Live" clId="Web-{0B3D002B-270B-E798-2E38-78062EBA8B4D}" dt="2026-01-30T21:18:30.082" v="15"/>
          <ac:spMkLst>
            <pc:docMk/>
            <pc:sldMk cId="0" sldId="268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30.082" v="15"/>
          <ac:spMkLst>
            <pc:docMk/>
            <pc:sldMk cId="0" sldId="268"/>
            <ac:spMk id="3" creationId="{00000000-0000-0000-0000-000000000000}"/>
          </ac:spMkLst>
        </pc:spChg>
        <pc:spChg chg="mod">
          <ac:chgData name="Kleber Antonio Galerani" userId="4ba28be3352bc392" providerId="Windows Live" clId="Web-{0B3D002B-270B-E798-2E38-78062EBA8B4D}" dt="2026-01-30T21:18:30.082" v="15"/>
          <ac:spMkLst>
            <pc:docMk/>
            <pc:sldMk cId="0" sldId="268"/>
            <ac:spMk id="4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8:30.082" v="15"/>
          <ac:spMkLst>
            <pc:docMk/>
            <pc:sldMk cId="0" sldId="268"/>
            <ac:spMk id="10" creationId="{3ECBE1F1-D69B-4AFA-ABD5-8E41720EF6DE}"/>
          </ac:spMkLst>
        </pc:spChg>
        <pc:spChg chg="add">
          <ac:chgData name="Kleber Antonio Galerani" userId="4ba28be3352bc392" providerId="Windows Live" clId="Web-{0B3D002B-270B-E798-2E38-78062EBA8B4D}" dt="2026-01-30T21:18:30.082" v="15"/>
          <ac:spMkLst>
            <pc:docMk/>
            <pc:sldMk cId="0" sldId="268"/>
            <ac:spMk id="12" creationId="{603A6265-E10C-4B85-9C20-E75FCAF9CC63}"/>
          </ac:spMkLst>
        </pc:spChg>
        <pc:picChg chg="add">
          <ac:chgData name="Kleber Antonio Galerani" userId="4ba28be3352bc392" providerId="Windows Live" clId="Web-{0B3D002B-270B-E798-2E38-78062EBA8B4D}" dt="2026-01-30T21:18:30.082" v="15"/>
          <ac:picMkLst>
            <pc:docMk/>
            <pc:sldMk cId="0" sldId="268"/>
            <ac:picMk id="6" creationId="{BA762EBB-AC5D-8738-70A1-A71AACF94CD5}"/>
          </ac:picMkLst>
        </pc:picChg>
      </pc:sldChg>
      <pc:sldChg chg="addSp delSp modSp mod setBg">
        <pc:chgData name="Kleber Antonio Galerani" userId="4ba28be3352bc392" providerId="Windows Live" clId="Web-{0B3D002B-270B-E798-2E38-78062EBA8B4D}" dt="2026-01-30T21:18:45.613" v="17"/>
        <pc:sldMkLst>
          <pc:docMk/>
          <pc:sldMk cId="0" sldId="269"/>
        </pc:sldMkLst>
        <pc:spChg chg="mod">
          <ac:chgData name="Kleber Antonio Galerani" userId="4ba28be3352bc392" providerId="Windows Live" clId="Web-{0B3D002B-270B-E798-2E38-78062EBA8B4D}" dt="2026-01-30T21:18:45.613" v="17"/>
          <ac:spMkLst>
            <pc:docMk/>
            <pc:sldMk cId="0" sldId="269"/>
            <ac:spMk id="2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45.613" v="17"/>
          <ac:spMkLst>
            <pc:docMk/>
            <pc:sldMk cId="0" sldId="269"/>
            <ac:spMk id="3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45.613" v="17"/>
          <ac:spMkLst>
            <pc:docMk/>
            <pc:sldMk cId="0" sldId="269"/>
            <ac:spMk id="4" creationId="{00000000-0000-0000-0000-000000000000}"/>
          </ac:spMkLst>
        </pc:spChg>
        <pc:spChg chg="del">
          <ac:chgData name="Kleber Antonio Galerani" userId="4ba28be3352bc392" providerId="Windows Live" clId="Web-{0B3D002B-270B-E798-2E38-78062EBA8B4D}" dt="2026-01-30T21:18:35.394" v="16"/>
          <ac:spMkLst>
            <pc:docMk/>
            <pc:sldMk cId="0" sldId="269"/>
            <ac:spMk id="5" creationId="{00000000-0000-0000-0000-000000000000}"/>
          </ac:spMkLst>
        </pc:spChg>
        <pc:spChg chg="add">
          <ac:chgData name="Kleber Antonio Galerani" userId="4ba28be3352bc392" providerId="Windows Live" clId="Web-{0B3D002B-270B-E798-2E38-78062EBA8B4D}" dt="2026-01-30T21:18:45.613" v="17"/>
          <ac:spMkLst>
            <pc:docMk/>
            <pc:sldMk cId="0" sldId="269"/>
            <ac:spMk id="10" creationId="{AE2B703B-46F9-481A-A605-82E2A828C4FA}"/>
          </ac:spMkLst>
        </pc:spChg>
        <pc:spChg chg="add">
          <ac:chgData name="Kleber Antonio Galerani" userId="4ba28be3352bc392" providerId="Windows Live" clId="Web-{0B3D002B-270B-E798-2E38-78062EBA8B4D}" dt="2026-01-30T21:18:45.613" v="17"/>
          <ac:spMkLst>
            <pc:docMk/>
            <pc:sldMk cId="0" sldId="269"/>
            <ac:spMk id="12" creationId="{F13BE4D7-0C3D-4906-B230-A1C5B4665CCF}"/>
          </ac:spMkLst>
        </pc:spChg>
        <pc:graphicFrameChg chg="add">
          <ac:chgData name="Kleber Antonio Galerani" userId="4ba28be3352bc392" providerId="Windows Live" clId="Web-{0B3D002B-270B-E798-2E38-78062EBA8B4D}" dt="2026-01-30T21:18:45.613" v="17"/>
          <ac:graphicFrameMkLst>
            <pc:docMk/>
            <pc:sldMk cId="0" sldId="269"/>
            <ac:graphicFrameMk id="6" creationId="{E65CC595-3A4D-0314-D1D2-F51747032E94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5041CF-0EC7-463B-A34A-D243C459B5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B597F04-66AC-4E93-A7B2-F3941E8BDEAC}">
      <dgm:prSet/>
      <dgm:spPr/>
      <dgm:t>
        <a:bodyPr/>
        <a:lstStyle/>
        <a:p>
          <a:r>
            <a:rPr lang="en-US"/>
            <a:t>Importância para o constitucionalismo contemporâneo</a:t>
          </a:r>
        </a:p>
      </dgm:t>
    </dgm:pt>
    <dgm:pt modelId="{AD7B0337-C9F8-4557-9F4B-CB0489A4CC8C}" type="parTrans" cxnId="{C1AB4A14-3B24-422B-87E0-65AF382496F4}">
      <dgm:prSet/>
      <dgm:spPr/>
      <dgm:t>
        <a:bodyPr/>
        <a:lstStyle/>
        <a:p>
          <a:endParaRPr lang="en-US"/>
        </a:p>
      </dgm:t>
    </dgm:pt>
    <dgm:pt modelId="{11FB7E47-748B-4FD8-A9D4-F857EBDDC3E2}" type="sibTrans" cxnId="{C1AB4A14-3B24-422B-87E0-65AF382496F4}">
      <dgm:prSet/>
      <dgm:spPr/>
      <dgm:t>
        <a:bodyPr/>
        <a:lstStyle/>
        <a:p>
          <a:endParaRPr lang="en-US"/>
        </a:p>
      </dgm:t>
    </dgm:pt>
    <dgm:pt modelId="{5B06B3CA-0889-4654-8F60-DCEBFED450B0}">
      <dgm:prSet/>
      <dgm:spPr/>
      <dgm:t>
        <a:bodyPr/>
        <a:lstStyle/>
        <a:p>
          <a:r>
            <a:rPr lang="en-US"/>
            <a:t>Base para disciplinas futuras (Direitos Humanos, Constitucional II)</a:t>
          </a:r>
        </a:p>
      </dgm:t>
    </dgm:pt>
    <dgm:pt modelId="{DED7A204-48CB-4913-9B5D-04E4AD0B41E0}" type="parTrans" cxnId="{BAF54FEA-DF88-4C9F-AC21-C47F4D998BE5}">
      <dgm:prSet/>
      <dgm:spPr/>
      <dgm:t>
        <a:bodyPr/>
        <a:lstStyle/>
        <a:p>
          <a:endParaRPr lang="en-US"/>
        </a:p>
      </dgm:t>
    </dgm:pt>
    <dgm:pt modelId="{35768E11-2604-4885-86A0-5E22EC9E4C5D}" type="sibTrans" cxnId="{BAF54FEA-DF88-4C9F-AC21-C47F4D998BE5}">
      <dgm:prSet/>
      <dgm:spPr/>
      <dgm:t>
        <a:bodyPr/>
        <a:lstStyle/>
        <a:p>
          <a:endParaRPr lang="en-US"/>
        </a:p>
      </dgm:t>
    </dgm:pt>
    <dgm:pt modelId="{9984B38C-8064-493A-81CF-0D7FD632D906}">
      <dgm:prSet/>
      <dgm:spPr/>
      <dgm:t>
        <a:bodyPr/>
        <a:lstStyle/>
        <a:p>
          <a:r>
            <a:rPr lang="en-US"/>
            <a:t>Relevância prática para atuação jurídica</a:t>
          </a:r>
        </a:p>
      </dgm:t>
    </dgm:pt>
    <dgm:pt modelId="{D76C7FC2-F262-4680-8C70-4E9179584118}" type="parTrans" cxnId="{FF5E0332-96EF-495D-93D9-CA781C6F0C04}">
      <dgm:prSet/>
      <dgm:spPr/>
      <dgm:t>
        <a:bodyPr/>
        <a:lstStyle/>
        <a:p>
          <a:endParaRPr lang="en-US"/>
        </a:p>
      </dgm:t>
    </dgm:pt>
    <dgm:pt modelId="{C3559C95-D5B2-42E6-A33E-5BF295D37873}" type="sibTrans" cxnId="{FF5E0332-96EF-495D-93D9-CA781C6F0C04}">
      <dgm:prSet/>
      <dgm:spPr/>
      <dgm:t>
        <a:bodyPr/>
        <a:lstStyle/>
        <a:p>
          <a:endParaRPr lang="en-US"/>
        </a:p>
      </dgm:t>
    </dgm:pt>
    <dgm:pt modelId="{90086CD4-EA15-4BED-A9B6-C964A3547221}" type="pres">
      <dgm:prSet presAssocID="{7F5041CF-0EC7-463B-A34A-D243C459B55A}" presName="root" presStyleCnt="0">
        <dgm:presLayoutVars>
          <dgm:dir/>
          <dgm:resizeHandles val="exact"/>
        </dgm:presLayoutVars>
      </dgm:prSet>
      <dgm:spPr/>
    </dgm:pt>
    <dgm:pt modelId="{9B1419AF-869E-47A1-88FC-28313148ED4C}" type="pres">
      <dgm:prSet presAssocID="{8B597F04-66AC-4E93-A7B2-F3941E8BDEAC}" presName="compNode" presStyleCnt="0"/>
      <dgm:spPr/>
    </dgm:pt>
    <dgm:pt modelId="{F9187F35-EC37-4F63-ACC1-9DA5BB98CA51}" type="pres">
      <dgm:prSet presAssocID="{8B597F04-66AC-4E93-A7B2-F3941E8BDEAC}" presName="bgRect" presStyleLbl="bgShp" presStyleIdx="0" presStyleCnt="3"/>
      <dgm:spPr/>
    </dgm:pt>
    <dgm:pt modelId="{25B1EF2F-5865-429A-964F-86DD4544229E}" type="pres">
      <dgm:prSet presAssocID="{8B597F04-66AC-4E93-A7B2-F3941E8BDE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9DF7DFF-BF18-4642-A96B-1BD158C472AF}" type="pres">
      <dgm:prSet presAssocID="{8B597F04-66AC-4E93-A7B2-F3941E8BDEAC}" presName="spaceRect" presStyleCnt="0"/>
      <dgm:spPr/>
    </dgm:pt>
    <dgm:pt modelId="{F2AB965C-E1AF-487C-A375-0E7ECB30A15D}" type="pres">
      <dgm:prSet presAssocID="{8B597F04-66AC-4E93-A7B2-F3941E8BDEAC}" presName="parTx" presStyleLbl="revTx" presStyleIdx="0" presStyleCnt="3">
        <dgm:presLayoutVars>
          <dgm:chMax val="0"/>
          <dgm:chPref val="0"/>
        </dgm:presLayoutVars>
      </dgm:prSet>
      <dgm:spPr/>
    </dgm:pt>
    <dgm:pt modelId="{BE587ABF-150A-4A85-A49D-12EF187CB3D3}" type="pres">
      <dgm:prSet presAssocID="{11FB7E47-748B-4FD8-A9D4-F857EBDDC3E2}" presName="sibTrans" presStyleCnt="0"/>
      <dgm:spPr/>
    </dgm:pt>
    <dgm:pt modelId="{C28077C1-7707-4BCA-AF79-4A9383993169}" type="pres">
      <dgm:prSet presAssocID="{5B06B3CA-0889-4654-8F60-DCEBFED450B0}" presName="compNode" presStyleCnt="0"/>
      <dgm:spPr/>
    </dgm:pt>
    <dgm:pt modelId="{65C4F517-0328-472D-957B-85A50E4473FD}" type="pres">
      <dgm:prSet presAssocID="{5B06B3CA-0889-4654-8F60-DCEBFED450B0}" presName="bgRect" presStyleLbl="bgShp" presStyleIdx="1" presStyleCnt="3"/>
      <dgm:spPr/>
    </dgm:pt>
    <dgm:pt modelId="{486B2A7E-DB64-4DCE-AAD5-7B7FEE3EB703}" type="pres">
      <dgm:prSet presAssocID="{5B06B3CA-0889-4654-8F60-DCEBFED450B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499836CE-07FF-4DB9-A5CA-00DF22C432EE}" type="pres">
      <dgm:prSet presAssocID="{5B06B3CA-0889-4654-8F60-DCEBFED450B0}" presName="spaceRect" presStyleCnt="0"/>
      <dgm:spPr/>
    </dgm:pt>
    <dgm:pt modelId="{9315477F-314F-490E-A5AE-B673C631A4C3}" type="pres">
      <dgm:prSet presAssocID="{5B06B3CA-0889-4654-8F60-DCEBFED450B0}" presName="parTx" presStyleLbl="revTx" presStyleIdx="1" presStyleCnt="3">
        <dgm:presLayoutVars>
          <dgm:chMax val="0"/>
          <dgm:chPref val="0"/>
        </dgm:presLayoutVars>
      </dgm:prSet>
      <dgm:spPr/>
    </dgm:pt>
    <dgm:pt modelId="{B9110F3F-CDB1-4900-9399-EE176D8A271E}" type="pres">
      <dgm:prSet presAssocID="{35768E11-2604-4885-86A0-5E22EC9E4C5D}" presName="sibTrans" presStyleCnt="0"/>
      <dgm:spPr/>
    </dgm:pt>
    <dgm:pt modelId="{18C783CD-6D8F-4483-BF0F-CA38054B5A31}" type="pres">
      <dgm:prSet presAssocID="{9984B38C-8064-493A-81CF-0D7FD632D906}" presName="compNode" presStyleCnt="0"/>
      <dgm:spPr/>
    </dgm:pt>
    <dgm:pt modelId="{D07A1796-C214-4F75-80CF-B55D7DEDECF5}" type="pres">
      <dgm:prSet presAssocID="{9984B38C-8064-493A-81CF-0D7FD632D906}" presName="bgRect" presStyleLbl="bgShp" presStyleIdx="2" presStyleCnt="3"/>
      <dgm:spPr/>
    </dgm:pt>
    <dgm:pt modelId="{FC77853D-E7E1-4EB6-863A-37AB0CD477D9}" type="pres">
      <dgm:prSet presAssocID="{9984B38C-8064-493A-81CF-0D7FD632D90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60AAB27-92F1-46CD-B550-3CD68A5C746F}" type="pres">
      <dgm:prSet presAssocID="{9984B38C-8064-493A-81CF-0D7FD632D906}" presName="spaceRect" presStyleCnt="0"/>
      <dgm:spPr/>
    </dgm:pt>
    <dgm:pt modelId="{A2721D20-CAF6-4D97-A62A-5710737B1B88}" type="pres">
      <dgm:prSet presAssocID="{9984B38C-8064-493A-81CF-0D7FD632D90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E2B7902-5F5F-4944-908D-1E6D08570CA1}" type="presOf" srcId="{8B597F04-66AC-4E93-A7B2-F3941E8BDEAC}" destId="{F2AB965C-E1AF-487C-A375-0E7ECB30A15D}" srcOrd="0" destOrd="0" presId="urn:microsoft.com/office/officeart/2018/2/layout/IconVerticalSolidList"/>
    <dgm:cxn modelId="{C1AB4A14-3B24-422B-87E0-65AF382496F4}" srcId="{7F5041CF-0EC7-463B-A34A-D243C459B55A}" destId="{8B597F04-66AC-4E93-A7B2-F3941E8BDEAC}" srcOrd="0" destOrd="0" parTransId="{AD7B0337-C9F8-4557-9F4B-CB0489A4CC8C}" sibTransId="{11FB7E47-748B-4FD8-A9D4-F857EBDDC3E2}"/>
    <dgm:cxn modelId="{FF5E0332-96EF-495D-93D9-CA781C6F0C04}" srcId="{7F5041CF-0EC7-463B-A34A-D243C459B55A}" destId="{9984B38C-8064-493A-81CF-0D7FD632D906}" srcOrd="2" destOrd="0" parTransId="{D76C7FC2-F262-4680-8C70-4E9179584118}" sibTransId="{C3559C95-D5B2-42E6-A33E-5BF295D37873}"/>
    <dgm:cxn modelId="{76D3A03E-A34A-4C65-AC03-80649F98D409}" type="presOf" srcId="{9984B38C-8064-493A-81CF-0D7FD632D906}" destId="{A2721D20-CAF6-4D97-A62A-5710737B1B88}" srcOrd="0" destOrd="0" presId="urn:microsoft.com/office/officeart/2018/2/layout/IconVerticalSolidList"/>
    <dgm:cxn modelId="{F4F8AA49-AB84-4C31-8A65-78B9F9E01E21}" type="presOf" srcId="{5B06B3CA-0889-4654-8F60-DCEBFED450B0}" destId="{9315477F-314F-490E-A5AE-B673C631A4C3}" srcOrd="0" destOrd="0" presId="urn:microsoft.com/office/officeart/2018/2/layout/IconVerticalSolidList"/>
    <dgm:cxn modelId="{BAF54FEA-DF88-4C9F-AC21-C47F4D998BE5}" srcId="{7F5041CF-0EC7-463B-A34A-D243C459B55A}" destId="{5B06B3CA-0889-4654-8F60-DCEBFED450B0}" srcOrd="1" destOrd="0" parTransId="{DED7A204-48CB-4913-9B5D-04E4AD0B41E0}" sibTransId="{35768E11-2604-4885-86A0-5E22EC9E4C5D}"/>
    <dgm:cxn modelId="{E078E3EF-0BDC-495E-ACA6-1DB1598CBE9D}" type="presOf" srcId="{7F5041CF-0EC7-463B-A34A-D243C459B55A}" destId="{90086CD4-EA15-4BED-A9B6-C964A3547221}" srcOrd="0" destOrd="0" presId="urn:microsoft.com/office/officeart/2018/2/layout/IconVerticalSolidList"/>
    <dgm:cxn modelId="{745BA2DA-C7D4-417C-B6FC-C8ED475A2530}" type="presParOf" srcId="{90086CD4-EA15-4BED-A9B6-C964A3547221}" destId="{9B1419AF-869E-47A1-88FC-28313148ED4C}" srcOrd="0" destOrd="0" presId="urn:microsoft.com/office/officeart/2018/2/layout/IconVerticalSolidList"/>
    <dgm:cxn modelId="{B53C204C-CF81-4880-8B05-621D30F256C1}" type="presParOf" srcId="{9B1419AF-869E-47A1-88FC-28313148ED4C}" destId="{F9187F35-EC37-4F63-ACC1-9DA5BB98CA51}" srcOrd="0" destOrd="0" presId="urn:microsoft.com/office/officeart/2018/2/layout/IconVerticalSolidList"/>
    <dgm:cxn modelId="{F63FB665-66E6-4EE4-A131-8BBC8250A2C0}" type="presParOf" srcId="{9B1419AF-869E-47A1-88FC-28313148ED4C}" destId="{25B1EF2F-5865-429A-964F-86DD4544229E}" srcOrd="1" destOrd="0" presId="urn:microsoft.com/office/officeart/2018/2/layout/IconVerticalSolidList"/>
    <dgm:cxn modelId="{838E5218-3FD6-49FC-AA89-A355D451118E}" type="presParOf" srcId="{9B1419AF-869E-47A1-88FC-28313148ED4C}" destId="{29DF7DFF-BF18-4642-A96B-1BD158C472AF}" srcOrd="2" destOrd="0" presId="urn:microsoft.com/office/officeart/2018/2/layout/IconVerticalSolidList"/>
    <dgm:cxn modelId="{B195A580-8DB7-4D92-8FA6-B4E56AA08B53}" type="presParOf" srcId="{9B1419AF-869E-47A1-88FC-28313148ED4C}" destId="{F2AB965C-E1AF-487C-A375-0E7ECB30A15D}" srcOrd="3" destOrd="0" presId="urn:microsoft.com/office/officeart/2018/2/layout/IconVerticalSolidList"/>
    <dgm:cxn modelId="{DD8BA50F-BB92-4551-8AA6-841D0D39C3CB}" type="presParOf" srcId="{90086CD4-EA15-4BED-A9B6-C964A3547221}" destId="{BE587ABF-150A-4A85-A49D-12EF187CB3D3}" srcOrd="1" destOrd="0" presId="urn:microsoft.com/office/officeart/2018/2/layout/IconVerticalSolidList"/>
    <dgm:cxn modelId="{D4C3B876-8FC0-4045-B20F-BDBA381D8F63}" type="presParOf" srcId="{90086CD4-EA15-4BED-A9B6-C964A3547221}" destId="{C28077C1-7707-4BCA-AF79-4A9383993169}" srcOrd="2" destOrd="0" presId="urn:microsoft.com/office/officeart/2018/2/layout/IconVerticalSolidList"/>
    <dgm:cxn modelId="{96E5115B-F6C8-4C8E-AFD7-0A903897C68A}" type="presParOf" srcId="{C28077C1-7707-4BCA-AF79-4A9383993169}" destId="{65C4F517-0328-472D-957B-85A50E4473FD}" srcOrd="0" destOrd="0" presId="urn:microsoft.com/office/officeart/2018/2/layout/IconVerticalSolidList"/>
    <dgm:cxn modelId="{5B9C0E60-1D88-4CC2-A58C-B642430BF3F3}" type="presParOf" srcId="{C28077C1-7707-4BCA-AF79-4A9383993169}" destId="{486B2A7E-DB64-4DCE-AAD5-7B7FEE3EB703}" srcOrd="1" destOrd="0" presId="urn:microsoft.com/office/officeart/2018/2/layout/IconVerticalSolidList"/>
    <dgm:cxn modelId="{B8F6C533-890C-4F55-B8AE-D5533760386D}" type="presParOf" srcId="{C28077C1-7707-4BCA-AF79-4A9383993169}" destId="{499836CE-07FF-4DB9-A5CA-00DF22C432EE}" srcOrd="2" destOrd="0" presId="urn:microsoft.com/office/officeart/2018/2/layout/IconVerticalSolidList"/>
    <dgm:cxn modelId="{3D110441-C87A-4489-86D7-80483122D7D2}" type="presParOf" srcId="{C28077C1-7707-4BCA-AF79-4A9383993169}" destId="{9315477F-314F-490E-A5AE-B673C631A4C3}" srcOrd="3" destOrd="0" presId="urn:microsoft.com/office/officeart/2018/2/layout/IconVerticalSolidList"/>
    <dgm:cxn modelId="{E7535646-D06E-42C3-A857-CAE8443C3E81}" type="presParOf" srcId="{90086CD4-EA15-4BED-A9B6-C964A3547221}" destId="{B9110F3F-CDB1-4900-9399-EE176D8A271E}" srcOrd="3" destOrd="0" presId="urn:microsoft.com/office/officeart/2018/2/layout/IconVerticalSolidList"/>
    <dgm:cxn modelId="{AE77C75D-0C61-483E-AA3C-1F225CE4CD92}" type="presParOf" srcId="{90086CD4-EA15-4BED-A9B6-C964A3547221}" destId="{18C783CD-6D8F-4483-BF0F-CA38054B5A31}" srcOrd="4" destOrd="0" presId="urn:microsoft.com/office/officeart/2018/2/layout/IconVerticalSolidList"/>
    <dgm:cxn modelId="{F8EAB39B-9DA5-4A3F-8713-4B7B1194E0DA}" type="presParOf" srcId="{18C783CD-6D8F-4483-BF0F-CA38054B5A31}" destId="{D07A1796-C214-4F75-80CF-B55D7DEDECF5}" srcOrd="0" destOrd="0" presId="urn:microsoft.com/office/officeart/2018/2/layout/IconVerticalSolidList"/>
    <dgm:cxn modelId="{D0B16C4E-F760-4FD1-B0AE-AEEF9EBD67DE}" type="presParOf" srcId="{18C783CD-6D8F-4483-BF0F-CA38054B5A31}" destId="{FC77853D-E7E1-4EB6-863A-37AB0CD477D9}" srcOrd="1" destOrd="0" presId="urn:microsoft.com/office/officeart/2018/2/layout/IconVerticalSolidList"/>
    <dgm:cxn modelId="{C5A62093-5BB4-4ADE-8301-6BA73A322F83}" type="presParOf" srcId="{18C783CD-6D8F-4483-BF0F-CA38054B5A31}" destId="{D60AAB27-92F1-46CD-B550-3CD68A5C746F}" srcOrd="2" destOrd="0" presId="urn:microsoft.com/office/officeart/2018/2/layout/IconVerticalSolidList"/>
    <dgm:cxn modelId="{EE1C7055-6BBC-4DA5-8366-432EE0052B2E}" type="presParOf" srcId="{18C783CD-6D8F-4483-BF0F-CA38054B5A31}" destId="{A2721D20-CAF6-4D97-A62A-5710737B1B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838F45-2822-4202-A36C-9C2F1E83454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516A48-B50B-4315-9FEE-2FB22C613E08}">
      <dgm:prSet/>
      <dgm:spPr/>
      <dgm:t>
        <a:bodyPr/>
        <a:lstStyle/>
        <a:p>
          <a:r>
            <a:rPr lang="en-US"/>
            <a:t>Definir direitos fundamentais</a:t>
          </a:r>
        </a:p>
      </dgm:t>
    </dgm:pt>
    <dgm:pt modelId="{93AA6C5E-5B40-41A2-9D00-598A2FC299D0}" type="parTrans" cxnId="{56EBE298-8B1B-4037-93C8-9EB1E1BEF19C}">
      <dgm:prSet/>
      <dgm:spPr/>
      <dgm:t>
        <a:bodyPr/>
        <a:lstStyle/>
        <a:p>
          <a:endParaRPr lang="en-US"/>
        </a:p>
      </dgm:t>
    </dgm:pt>
    <dgm:pt modelId="{83ABF37F-D53A-4F69-9335-487EEB3F347A}" type="sibTrans" cxnId="{56EBE298-8B1B-4037-93C8-9EB1E1BEF19C}">
      <dgm:prSet/>
      <dgm:spPr/>
      <dgm:t>
        <a:bodyPr/>
        <a:lstStyle/>
        <a:p>
          <a:endParaRPr lang="en-US"/>
        </a:p>
      </dgm:t>
    </dgm:pt>
    <dgm:pt modelId="{2335B938-A018-4380-9FD3-3B2C73C774D6}">
      <dgm:prSet/>
      <dgm:spPr/>
      <dgm:t>
        <a:bodyPr/>
        <a:lstStyle/>
        <a:p>
          <a:r>
            <a:rPr lang="en-US"/>
            <a:t>Diferenciar direitos fundamentais e direitos humanos</a:t>
          </a:r>
        </a:p>
      </dgm:t>
    </dgm:pt>
    <dgm:pt modelId="{06F5A919-9218-44CD-92F5-52FB0D07718B}" type="parTrans" cxnId="{E9F8F703-50EB-42F0-91F0-BB2382358E69}">
      <dgm:prSet/>
      <dgm:spPr/>
      <dgm:t>
        <a:bodyPr/>
        <a:lstStyle/>
        <a:p>
          <a:endParaRPr lang="en-US"/>
        </a:p>
      </dgm:t>
    </dgm:pt>
    <dgm:pt modelId="{F8361DC3-D35A-4CDA-ADFF-920F98B2AAFE}" type="sibTrans" cxnId="{E9F8F703-50EB-42F0-91F0-BB2382358E69}">
      <dgm:prSet/>
      <dgm:spPr/>
      <dgm:t>
        <a:bodyPr/>
        <a:lstStyle/>
        <a:p>
          <a:endParaRPr lang="en-US"/>
        </a:p>
      </dgm:t>
    </dgm:pt>
    <dgm:pt modelId="{20741604-EE60-4584-A9C5-A9679EC03996}">
      <dgm:prSet/>
      <dgm:spPr/>
      <dgm:t>
        <a:bodyPr/>
        <a:lstStyle/>
        <a:p>
          <a:r>
            <a:rPr lang="en-US"/>
            <a:t>Identificar classificações e características</a:t>
          </a:r>
        </a:p>
      </dgm:t>
    </dgm:pt>
    <dgm:pt modelId="{31A5DD8F-8EFA-40EF-A0BA-CFA81A109495}" type="parTrans" cxnId="{98E59689-CD60-48DB-A07A-01F6F4CCFCD2}">
      <dgm:prSet/>
      <dgm:spPr/>
      <dgm:t>
        <a:bodyPr/>
        <a:lstStyle/>
        <a:p>
          <a:endParaRPr lang="en-US"/>
        </a:p>
      </dgm:t>
    </dgm:pt>
    <dgm:pt modelId="{EABAE4E2-E7F9-49CD-BFB3-D5EA8A4A5EF5}" type="sibTrans" cxnId="{98E59689-CD60-48DB-A07A-01F6F4CCFCD2}">
      <dgm:prSet/>
      <dgm:spPr/>
      <dgm:t>
        <a:bodyPr/>
        <a:lstStyle/>
        <a:p>
          <a:endParaRPr lang="en-US"/>
        </a:p>
      </dgm:t>
    </dgm:pt>
    <dgm:pt modelId="{7937DC59-EA3E-48C4-BAE4-EA058C757B25}">
      <dgm:prSet/>
      <dgm:spPr/>
      <dgm:t>
        <a:bodyPr/>
        <a:lstStyle/>
        <a:p>
          <a:r>
            <a:rPr lang="en-US"/>
            <a:t>Analisar eficácia e aplicabilidade</a:t>
          </a:r>
        </a:p>
      </dgm:t>
    </dgm:pt>
    <dgm:pt modelId="{DA12012B-2FFE-4914-985F-91E7EF2FAABE}" type="parTrans" cxnId="{76080B4B-2E7E-4B08-90CF-4B0C21F7A639}">
      <dgm:prSet/>
      <dgm:spPr/>
      <dgm:t>
        <a:bodyPr/>
        <a:lstStyle/>
        <a:p>
          <a:endParaRPr lang="en-US"/>
        </a:p>
      </dgm:t>
    </dgm:pt>
    <dgm:pt modelId="{3558A2C6-9D25-43BC-8DFA-195E46F7FFD3}" type="sibTrans" cxnId="{76080B4B-2E7E-4B08-90CF-4B0C21F7A639}">
      <dgm:prSet/>
      <dgm:spPr/>
      <dgm:t>
        <a:bodyPr/>
        <a:lstStyle/>
        <a:p>
          <a:endParaRPr lang="en-US"/>
        </a:p>
      </dgm:t>
    </dgm:pt>
    <dgm:pt modelId="{810425DE-0137-493A-B414-1DC838D49515}">
      <dgm:prSet/>
      <dgm:spPr/>
      <dgm:t>
        <a:bodyPr/>
        <a:lstStyle/>
        <a:p>
          <a:r>
            <a:rPr lang="en-US"/>
            <a:t>Aplicar conceitos em casos simulados</a:t>
          </a:r>
        </a:p>
      </dgm:t>
    </dgm:pt>
    <dgm:pt modelId="{DB3CD0BA-B7A7-4D50-9C4F-216A547A9FE2}" type="parTrans" cxnId="{2397937C-7866-4546-B2C6-049E5AE83CE2}">
      <dgm:prSet/>
      <dgm:spPr/>
      <dgm:t>
        <a:bodyPr/>
        <a:lstStyle/>
        <a:p>
          <a:endParaRPr lang="en-US"/>
        </a:p>
      </dgm:t>
    </dgm:pt>
    <dgm:pt modelId="{666AAE4D-B172-4511-BA1B-BB3363DE8BE9}" type="sibTrans" cxnId="{2397937C-7866-4546-B2C6-049E5AE83CE2}">
      <dgm:prSet/>
      <dgm:spPr/>
      <dgm:t>
        <a:bodyPr/>
        <a:lstStyle/>
        <a:p>
          <a:endParaRPr lang="en-US"/>
        </a:p>
      </dgm:t>
    </dgm:pt>
    <dgm:pt modelId="{F6C3A978-52F6-4A27-ADE4-E8452FAF6F4F}" type="pres">
      <dgm:prSet presAssocID="{43838F45-2822-4202-A36C-9C2F1E834543}" presName="linear" presStyleCnt="0">
        <dgm:presLayoutVars>
          <dgm:animLvl val="lvl"/>
          <dgm:resizeHandles val="exact"/>
        </dgm:presLayoutVars>
      </dgm:prSet>
      <dgm:spPr/>
    </dgm:pt>
    <dgm:pt modelId="{F52CA00E-037C-47AE-B144-0B4E13EBE822}" type="pres">
      <dgm:prSet presAssocID="{C0516A48-B50B-4315-9FEE-2FB22C613E0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5EE8DDF-303D-4ACB-A71D-F18FAB0D1C6C}" type="pres">
      <dgm:prSet presAssocID="{83ABF37F-D53A-4F69-9335-487EEB3F347A}" presName="spacer" presStyleCnt="0"/>
      <dgm:spPr/>
    </dgm:pt>
    <dgm:pt modelId="{66857817-A9D8-4FC5-9D9E-0C269A8BE8F4}" type="pres">
      <dgm:prSet presAssocID="{2335B938-A018-4380-9FD3-3B2C73C774D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D01799D-FF23-453C-AF9A-8777DFFC3534}" type="pres">
      <dgm:prSet presAssocID="{F8361DC3-D35A-4CDA-ADFF-920F98B2AAFE}" presName="spacer" presStyleCnt="0"/>
      <dgm:spPr/>
    </dgm:pt>
    <dgm:pt modelId="{9327BBD5-319A-4B58-B284-E007D5682B05}" type="pres">
      <dgm:prSet presAssocID="{20741604-EE60-4584-A9C5-A9679EC0399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57474DD-DD62-4DA7-9BB4-873CDC2D5605}" type="pres">
      <dgm:prSet presAssocID="{EABAE4E2-E7F9-49CD-BFB3-D5EA8A4A5EF5}" presName="spacer" presStyleCnt="0"/>
      <dgm:spPr/>
    </dgm:pt>
    <dgm:pt modelId="{6BC80FDD-CEDC-4E1D-8B1F-F027AB3654AD}" type="pres">
      <dgm:prSet presAssocID="{7937DC59-EA3E-48C4-BAE4-EA058C757B2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DA5A7DD-5F81-4884-9C94-786AE3C61AEC}" type="pres">
      <dgm:prSet presAssocID="{3558A2C6-9D25-43BC-8DFA-195E46F7FFD3}" presName="spacer" presStyleCnt="0"/>
      <dgm:spPr/>
    </dgm:pt>
    <dgm:pt modelId="{A2AE3B26-48F9-462D-93EF-101DA20DFABF}" type="pres">
      <dgm:prSet presAssocID="{810425DE-0137-493A-B414-1DC838D4951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9F8F703-50EB-42F0-91F0-BB2382358E69}" srcId="{43838F45-2822-4202-A36C-9C2F1E834543}" destId="{2335B938-A018-4380-9FD3-3B2C73C774D6}" srcOrd="1" destOrd="0" parTransId="{06F5A919-9218-44CD-92F5-52FB0D07718B}" sibTransId="{F8361DC3-D35A-4CDA-ADFF-920F98B2AAFE}"/>
    <dgm:cxn modelId="{20239345-5E1A-44EC-830C-4A2A44C9665A}" type="presOf" srcId="{2335B938-A018-4380-9FD3-3B2C73C774D6}" destId="{66857817-A9D8-4FC5-9D9E-0C269A8BE8F4}" srcOrd="0" destOrd="0" presId="urn:microsoft.com/office/officeart/2005/8/layout/vList2"/>
    <dgm:cxn modelId="{76080B4B-2E7E-4B08-90CF-4B0C21F7A639}" srcId="{43838F45-2822-4202-A36C-9C2F1E834543}" destId="{7937DC59-EA3E-48C4-BAE4-EA058C757B25}" srcOrd="3" destOrd="0" parTransId="{DA12012B-2FFE-4914-985F-91E7EF2FAABE}" sibTransId="{3558A2C6-9D25-43BC-8DFA-195E46F7FFD3}"/>
    <dgm:cxn modelId="{598E8F4E-D239-4336-814E-DB98588ADE09}" type="presOf" srcId="{C0516A48-B50B-4315-9FEE-2FB22C613E08}" destId="{F52CA00E-037C-47AE-B144-0B4E13EBE822}" srcOrd="0" destOrd="0" presId="urn:microsoft.com/office/officeart/2005/8/layout/vList2"/>
    <dgm:cxn modelId="{2397937C-7866-4546-B2C6-049E5AE83CE2}" srcId="{43838F45-2822-4202-A36C-9C2F1E834543}" destId="{810425DE-0137-493A-B414-1DC838D49515}" srcOrd="4" destOrd="0" parTransId="{DB3CD0BA-B7A7-4D50-9C4F-216A547A9FE2}" sibTransId="{666AAE4D-B172-4511-BA1B-BB3363DE8BE9}"/>
    <dgm:cxn modelId="{98E59689-CD60-48DB-A07A-01F6F4CCFCD2}" srcId="{43838F45-2822-4202-A36C-9C2F1E834543}" destId="{20741604-EE60-4584-A9C5-A9679EC03996}" srcOrd="2" destOrd="0" parTransId="{31A5DD8F-8EFA-40EF-A0BA-CFA81A109495}" sibTransId="{EABAE4E2-E7F9-49CD-BFB3-D5EA8A4A5EF5}"/>
    <dgm:cxn modelId="{C9B79F97-7F11-4863-A9FA-2ADFE0E33A85}" type="presOf" srcId="{20741604-EE60-4584-A9C5-A9679EC03996}" destId="{9327BBD5-319A-4B58-B284-E007D5682B05}" srcOrd="0" destOrd="0" presId="urn:microsoft.com/office/officeart/2005/8/layout/vList2"/>
    <dgm:cxn modelId="{56EBE298-8B1B-4037-93C8-9EB1E1BEF19C}" srcId="{43838F45-2822-4202-A36C-9C2F1E834543}" destId="{C0516A48-B50B-4315-9FEE-2FB22C613E08}" srcOrd="0" destOrd="0" parTransId="{93AA6C5E-5B40-41A2-9D00-598A2FC299D0}" sibTransId="{83ABF37F-D53A-4F69-9335-487EEB3F347A}"/>
    <dgm:cxn modelId="{13CC5DAC-51C7-43AF-AE8E-90192290E6C3}" type="presOf" srcId="{43838F45-2822-4202-A36C-9C2F1E834543}" destId="{F6C3A978-52F6-4A27-ADE4-E8452FAF6F4F}" srcOrd="0" destOrd="0" presId="urn:microsoft.com/office/officeart/2005/8/layout/vList2"/>
    <dgm:cxn modelId="{AF1BC7D1-F78F-4F64-B02E-4804F9076A1C}" type="presOf" srcId="{7937DC59-EA3E-48C4-BAE4-EA058C757B25}" destId="{6BC80FDD-CEDC-4E1D-8B1F-F027AB3654AD}" srcOrd="0" destOrd="0" presId="urn:microsoft.com/office/officeart/2005/8/layout/vList2"/>
    <dgm:cxn modelId="{1108B5FB-9321-4A7E-95BB-49929D8C0FED}" type="presOf" srcId="{810425DE-0137-493A-B414-1DC838D49515}" destId="{A2AE3B26-48F9-462D-93EF-101DA20DFABF}" srcOrd="0" destOrd="0" presId="urn:microsoft.com/office/officeart/2005/8/layout/vList2"/>
    <dgm:cxn modelId="{5A41A366-9D81-4097-8DA8-745489142410}" type="presParOf" srcId="{F6C3A978-52F6-4A27-ADE4-E8452FAF6F4F}" destId="{F52CA00E-037C-47AE-B144-0B4E13EBE822}" srcOrd="0" destOrd="0" presId="urn:microsoft.com/office/officeart/2005/8/layout/vList2"/>
    <dgm:cxn modelId="{9FE21CB9-2229-49F5-BB8A-DA9669135455}" type="presParOf" srcId="{F6C3A978-52F6-4A27-ADE4-E8452FAF6F4F}" destId="{55EE8DDF-303D-4ACB-A71D-F18FAB0D1C6C}" srcOrd="1" destOrd="0" presId="urn:microsoft.com/office/officeart/2005/8/layout/vList2"/>
    <dgm:cxn modelId="{2E89DA51-4223-4E69-AE11-AF1034318C14}" type="presParOf" srcId="{F6C3A978-52F6-4A27-ADE4-E8452FAF6F4F}" destId="{66857817-A9D8-4FC5-9D9E-0C269A8BE8F4}" srcOrd="2" destOrd="0" presId="urn:microsoft.com/office/officeart/2005/8/layout/vList2"/>
    <dgm:cxn modelId="{B5B60D08-30C4-4B76-8116-4FD139D75D16}" type="presParOf" srcId="{F6C3A978-52F6-4A27-ADE4-E8452FAF6F4F}" destId="{FD01799D-FF23-453C-AF9A-8777DFFC3534}" srcOrd="3" destOrd="0" presId="urn:microsoft.com/office/officeart/2005/8/layout/vList2"/>
    <dgm:cxn modelId="{7B9B2DD3-DB04-4362-9EBC-927C9696BEA0}" type="presParOf" srcId="{F6C3A978-52F6-4A27-ADE4-E8452FAF6F4F}" destId="{9327BBD5-319A-4B58-B284-E007D5682B05}" srcOrd="4" destOrd="0" presId="urn:microsoft.com/office/officeart/2005/8/layout/vList2"/>
    <dgm:cxn modelId="{C8DEBA76-D247-4FA3-B296-622D3563DFAE}" type="presParOf" srcId="{F6C3A978-52F6-4A27-ADE4-E8452FAF6F4F}" destId="{F57474DD-DD62-4DA7-9BB4-873CDC2D5605}" srcOrd="5" destOrd="0" presId="urn:microsoft.com/office/officeart/2005/8/layout/vList2"/>
    <dgm:cxn modelId="{E7DD5F2D-3FC3-4492-9863-0A533327A666}" type="presParOf" srcId="{F6C3A978-52F6-4A27-ADE4-E8452FAF6F4F}" destId="{6BC80FDD-CEDC-4E1D-8B1F-F027AB3654AD}" srcOrd="6" destOrd="0" presId="urn:microsoft.com/office/officeart/2005/8/layout/vList2"/>
    <dgm:cxn modelId="{F1A321A2-53D8-420F-B8DF-353FB34D2AEF}" type="presParOf" srcId="{F6C3A978-52F6-4A27-ADE4-E8452FAF6F4F}" destId="{7DA5A7DD-5F81-4884-9C94-786AE3C61AEC}" srcOrd="7" destOrd="0" presId="urn:microsoft.com/office/officeart/2005/8/layout/vList2"/>
    <dgm:cxn modelId="{D2E0FCDF-D105-4542-A603-F63E2C9B334B}" type="presParOf" srcId="{F6C3A978-52F6-4A27-ADE4-E8452FAF6F4F}" destId="{A2AE3B26-48F9-462D-93EF-101DA20DFAB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648D5B-380B-432A-BB22-B28B9221EC5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9D59B0-28D6-4DFA-8034-0575592D2D3F}">
      <dgm:prSet/>
      <dgm:spPr/>
      <dgm:t>
        <a:bodyPr/>
        <a:lstStyle/>
        <a:p>
          <a:r>
            <a:rPr lang="en-US"/>
            <a:t>Conceito de direitos fundamentais</a:t>
          </a:r>
        </a:p>
      </dgm:t>
    </dgm:pt>
    <dgm:pt modelId="{BED856DA-C50A-4CD2-836F-E7AF1B081FBA}" type="parTrans" cxnId="{87E820BE-15F6-4F6C-A454-A6D26C3E3E77}">
      <dgm:prSet/>
      <dgm:spPr/>
      <dgm:t>
        <a:bodyPr/>
        <a:lstStyle/>
        <a:p>
          <a:endParaRPr lang="en-US"/>
        </a:p>
      </dgm:t>
    </dgm:pt>
    <dgm:pt modelId="{43E488BE-E436-448D-8A1A-1C206F8D912F}" type="sibTrans" cxnId="{87E820BE-15F6-4F6C-A454-A6D26C3E3E77}">
      <dgm:prSet/>
      <dgm:spPr/>
      <dgm:t>
        <a:bodyPr/>
        <a:lstStyle/>
        <a:p>
          <a:endParaRPr lang="en-US"/>
        </a:p>
      </dgm:t>
    </dgm:pt>
    <dgm:pt modelId="{8E20FF16-3EFE-4D5C-843C-068DD8D0EF41}">
      <dgm:prSet/>
      <dgm:spPr/>
      <dgm:t>
        <a:bodyPr/>
        <a:lstStyle/>
        <a:p>
          <a:r>
            <a:rPr lang="en-US"/>
            <a:t>Direitos fundamentais x direitos humanos</a:t>
          </a:r>
        </a:p>
      </dgm:t>
    </dgm:pt>
    <dgm:pt modelId="{E3FB5823-CC29-494D-AAC3-2D39F9B4DEA0}" type="parTrans" cxnId="{FACF7A40-2A4F-4216-A420-6BAAD32EB4E5}">
      <dgm:prSet/>
      <dgm:spPr/>
      <dgm:t>
        <a:bodyPr/>
        <a:lstStyle/>
        <a:p>
          <a:endParaRPr lang="en-US"/>
        </a:p>
      </dgm:t>
    </dgm:pt>
    <dgm:pt modelId="{2829E8C1-EA30-45C5-B514-C212C2719C4B}" type="sibTrans" cxnId="{FACF7A40-2A4F-4216-A420-6BAAD32EB4E5}">
      <dgm:prSet/>
      <dgm:spPr/>
      <dgm:t>
        <a:bodyPr/>
        <a:lstStyle/>
        <a:p>
          <a:endParaRPr lang="en-US"/>
        </a:p>
      </dgm:t>
    </dgm:pt>
    <dgm:pt modelId="{5E9A1D1D-8469-4CB6-9CB7-3320BE68BC13}">
      <dgm:prSet/>
      <dgm:spPr/>
      <dgm:t>
        <a:bodyPr/>
        <a:lstStyle/>
        <a:p>
          <a:r>
            <a:rPr lang="en-US"/>
            <a:t>Evolução histórica e gerações</a:t>
          </a:r>
        </a:p>
      </dgm:t>
    </dgm:pt>
    <dgm:pt modelId="{7832BEB7-CB10-4860-964E-6694AC0844CB}" type="parTrans" cxnId="{4C0A05CD-5662-4C88-AA97-914B6152C709}">
      <dgm:prSet/>
      <dgm:spPr/>
      <dgm:t>
        <a:bodyPr/>
        <a:lstStyle/>
        <a:p>
          <a:endParaRPr lang="en-US"/>
        </a:p>
      </dgm:t>
    </dgm:pt>
    <dgm:pt modelId="{324AE623-52CB-4C74-8C19-7C9D81848B03}" type="sibTrans" cxnId="{4C0A05CD-5662-4C88-AA97-914B6152C709}">
      <dgm:prSet/>
      <dgm:spPr/>
      <dgm:t>
        <a:bodyPr/>
        <a:lstStyle/>
        <a:p>
          <a:endParaRPr lang="en-US"/>
        </a:p>
      </dgm:t>
    </dgm:pt>
    <dgm:pt modelId="{6FB049BD-2C7B-4A33-B411-1C72175F3DB0}">
      <dgm:prSet/>
      <dgm:spPr/>
      <dgm:t>
        <a:bodyPr/>
        <a:lstStyle/>
        <a:p>
          <a:r>
            <a:rPr lang="en-US"/>
            <a:t>Características essenciais</a:t>
          </a:r>
        </a:p>
      </dgm:t>
    </dgm:pt>
    <dgm:pt modelId="{47F489D3-B825-453D-AA65-5863E3B50D03}" type="parTrans" cxnId="{3563DBEF-2113-42E5-B30C-D06C66CBD86A}">
      <dgm:prSet/>
      <dgm:spPr/>
      <dgm:t>
        <a:bodyPr/>
        <a:lstStyle/>
        <a:p>
          <a:endParaRPr lang="en-US"/>
        </a:p>
      </dgm:t>
    </dgm:pt>
    <dgm:pt modelId="{49066032-C83B-4CED-B6F5-499B5CD2EDE2}" type="sibTrans" cxnId="{3563DBEF-2113-42E5-B30C-D06C66CBD86A}">
      <dgm:prSet/>
      <dgm:spPr/>
      <dgm:t>
        <a:bodyPr/>
        <a:lstStyle/>
        <a:p>
          <a:endParaRPr lang="en-US"/>
        </a:p>
      </dgm:t>
    </dgm:pt>
    <dgm:pt modelId="{FD709ADE-28EB-4E51-9930-A3880AD621AC}">
      <dgm:prSet/>
      <dgm:spPr/>
      <dgm:t>
        <a:bodyPr/>
        <a:lstStyle/>
        <a:p>
          <a:r>
            <a:rPr lang="en-US"/>
            <a:t>Eficácia e aplicabilidade</a:t>
          </a:r>
        </a:p>
      </dgm:t>
    </dgm:pt>
    <dgm:pt modelId="{DF55D68E-4237-496E-B70F-2289DD6E543F}" type="parTrans" cxnId="{AAA477BF-E76E-4B83-9BAD-EC022521E34A}">
      <dgm:prSet/>
      <dgm:spPr/>
      <dgm:t>
        <a:bodyPr/>
        <a:lstStyle/>
        <a:p>
          <a:endParaRPr lang="en-US"/>
        </a:p>
      </dgm:t>
    </dgm:pt>
    <dgm:pt modelId="{ECFD120F-BED1-4E2C-A1EE-36CC79F903E0}" type="sibTrans" cxnId="{AAA477BF-E76E-4B83-9BAD-EC022521E34A}">
      <dgm:prSet/>
      <dgm:spPr/>
      <dgm:t>
        <a:bodyPr/>
        <a:lstStyle/>
        <a:p>
          <a:endParaRPr lang="en-US"/>
        </a:p>
      </dgm:t>
    </dgm:pt>
    <dgm:pt modelId="{42C43E85-405E-43F5-B965-A48F4D5F582F}" type="pres">
      <dgm:prSet presAssocID="{27648D5B-380B-432A-BB22-B28B9221EC5B}" presName="linear" presStyleCnt="0">
        <dgm:presLayoutVars>
          <dgm:animLvl val="lvl"/>
          <dgm:resizeHandles val="exact"/>
        </dgm:presLayoutVars>
      </dgm:prSet>
      <dgm:spPr/>
    </dgm:pt>
    <dgm:pt modelId="{3144B777-BC7B-4179-8041-219781CBEF43}" type="pres">
      <dgm:prSet presAssocID="{0B9D59B0-28D6-4DFA-8034-0575592D2D3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CB63291-28E6-4308-ABEC-7B8037BADB17}" type="pres">
      <dgm:prSet presAssocID="{43E488BE-E436-448D-8A1A-1C206F8D912F}" presName="spacer" presStyleCnt="0"/>
      <dgm:spPr/>
    </dgm:pt>
    <dgm:pt modelId="{2BCEADC7-5665-43A1-A497-72BAEBBE2A25}" type="pres">
      <dgm:prSet presAssocID="{8E20FF16-3EFE-4D5C-843C-068DD8D0EF4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7D4424D-6E01-4143-BBA4-0B59B58A25D6}" type="pres">
      <dgm:prSet presAssocID="{2829E8C1-EA30-45C5-B514-C212C2719C4B}" presName="spacer" presStyleCnt="0"/>
      <dgm:spPr/>
    </dgm:pt>
    <dgm:pt modelId="{79A49C03-1E52-4AA5-9217-3621BD2842C8}" type="pres">
      <dgm:prSet presAssocID="{5E9A1D1D-8469-4CB6-9CB7-3320BE68BC1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D7C3A3A-8036-48D8-8196-F3D3C979D2ED}" type="pres">
      <dgm:prSet presAssocID="{324AE623-52CB-4C74-8C19-7C9D81848B03}" presName="spacer" presStyleCnt="0"/>
      <dgm:spPr/>
    </dgm:pt>
    <dgm:pt modelId="{127F62AA-3039-46F1-AEE8-FAB57AC142DE}" type="pres">
      <dgm:prSet presAssocID="{6FB049BD-2C7B-4A33-B411-1C72175F3DB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B7917A7-87BC-4F94-A1ED-0EA1AE9E319E}" type="pres">
      <dgm:prSet presAssocID="{49066032-C83B-4CED-B6F5-499B5CD2EDE2}" presName="spacer" presStyleCnt="0"/>
      <dgm:spPr/>
    </dgm:pt>
    <dgm:pt modelId="{B8288039-58DB-4119-97B3-0B80931C52BB}" type="pres">
      <dgm:prSet presAssocID="{FD709ADE-28EB-4E51-9930-A3880AD621A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7101F0C-D67C-4851-B962-4B35DC6568E8}" type="presOf" srcId="{27648D5B-380B-432A-BB22-B28B9221EC5B}" destId="{42C43E85-405E-43F5-B965-A48F4D5F582F}" srcOrd="0" destOrd="0" presId="urn:microsoft.com/office/officeart/2005/8/layout/vList2"/>
    <dgm:cxn modelId="{43380430-29D8-40C4-94FF-8803141ECB26}" type="presOf" srcId="{8E20FF16-3EFE-4D5C-843C-068DD8D0EF41}" destId="{2BCEADC7-5665-43A1-A497-72BAEBBE2A25}" srcOrd="0" destOrd="0" presId="urn:microsoft.com/office/officeart/2005/8/layout/vList2"/>
    <dgm:cxn modelId="{0D97B939-BE98-471D-B623-E51FDF1DC38E}" type="presOf" srcId="{5E9A1D1D-8469-4CB6-9CB7-3320BE68BC13}" destId="{79A49C03-1E52-4AA5-9217-3621BD2842C8}" srcOrd="0" destOrd="0" presId="urn:microsoft.com/office/officeart/2005/8/layout/vList2"/>
    <dgm:cxn modelId="{FACF7A40-2A4F-4216-A420-6BAAD32EB4E5}" srcId="{27648D5B-380B-432A-BB22-B28B9221EC5B}" destId="{8E20FF16-3EFE-4D5C-843C-068DD8D0EF41}" srcOrd="1" destOrd="0" parTransId="{E3FB5823-CC29-494D-AAC3-2D39F9B4DEA0}" sibTransId="{2829E8C1-EA30-45C5-B514-C212C2719C4B}"/>
    <dgm:cxn modelId="{679A3779-2460-4D23-B251-23E329CFF597}" type="presOf" srcId="{FD709ADE-28EB-4E51-9930-A3880AD621AC}" destId="{B8288039-58DB-4119-97B3-0B80931C52BB}" srcOrd="0" destOrd="0" presId="urn:microsoft.com/office/officeart/2005/8/layout/vList2"/>
    <dgm:cxn modelId="{F0CCD2A9-ADBC-40DA-875F-1944418DB5A0}" type="presOf" srcId="{6FB049BD-2C7B-4A33-B411-1C72175F3DB0}" destId="{127F62AA-3039-46F1-AEE8-FAB57AC142DE}" srcOrd="0" destOrd="0" presId="urn:microsoft.com/office/officeart/2005/8/layout/vList2"/>
    <dgm:cxn modelId="{87E820BE-15F6-4F6C-A454-A6D26C3E3E77}" srcId="{27648D5B-380B-432A-BB22-B28B9221EC5B}" destId="{0B9D59B0-28D6-4DFA-8034-0575592D2D3F}" srcOrd="0" destOrd="0" parTransId="{BED856DA-C50A-4CD2-836F-E7AF1B081FBA}" sibTransId="{43E488BE-E436-448D-8A1A-1C206F8D912F}"/>
    <dgm:cxn modelId="{AAA477BF-E76E-4B83-9BAD-EC022521E34A}" srcId="{27648D5B-380B-432A-BB22-B28B9221EC5B}" destId="{FD709ADE-28EB-4E51-9930-A3880AD621AC}" srcOrd="4" destOrd="0" parTransId="{DF55D68E-4237-496E-B70F-2289DD6E543F}" sibTransId="{ECFD120F-BED1-4E2C-A1EE-36CC79F903E0}"/>
    <dgm:cxn modelId="{4C0A05CD-5662-4C88-AA97-914B6152C709}" srcId="{27648D5B-380B-432A-BB22-B28B9221EC5B}" destId="{5E9A1D1D-8469-4CB6-9CB7-3320BE68BC13}" srcOrd="2" destOrd="0" parTransId="{7832BEB7-CB10-4860-964E-6694AC0844CB}" sibTransId="{324AE623-52CB-4C74-8C19-7C9D81848B03}"/>
    <dgm:cxn modelId="{9A1FD0E2-21B4-4AA4-9BDB-B495E21BAA2A}" type="presOf" srcId="{0B9D59B0-28D6-4DFA-8034-0575592D2D3F}" destId="{3144B777-BC7B-4179-8041-219781CBEF43}" srcOrd="0" destOrd="0" presId="urn:microsoft.com/office/officeart/2005/8/layout/vList2"/>
    <dgm:cxn modelId="{3563DBEF-2113-42E5-B30C-D06C66CBD86A}" srcId="{27648D5B-380B-432A-BB22-B28B9221EC5B}" destId="{6FB049BD-2C7B-4A33-B411-1C72175F3DB0}" srcOrd="3" destOrd="0" parTransId="{47F489D3-B825-453D-AA65-5863E3B50D03}" sibTransId="{49066032-C83B-4CED-B6F5-499B5CD2EDE2}"/>
    <dgm:cxn modelId="{FA800C46-991C-4CED-9F08-8FC209D1CD74}" type="presParOf" srcId="{42C43E85-405E-43F5-B965-A48F4D5F582F}" destId="{3144B777-BC7B-4179-8041-219781CBEF43}" srcOrd="0" destOrd="0" presId="urn:microsoft.com/office/officeart/2005/8/layout/vList2"/>
    <dgm:cxn modelId="{A6B949AA-6D44-4012-AE32-1213229FFBB6}" type="presParOf" srcId="{42C43E85-405E-43F5-B965-A48F4D5F582F}" destId="{ACB63291-28E6-4308-ABEC-7B8037BADB17}" srcOrd="1" destOrd="0" presId="urn:microsoft.com/office/officeart/2005/8/layout/vList2"/>
    <dgm:cxn modelId="{32266494-8EF4-431F-ABC7-1CCBE6582CA9}" type="presParOf" srcId="{42C43E85-405E-43F5-B965-A48F4D5F582F}" destId="{2BCEADC7-5665-43A1-A497-72BAEBBE2A25}" srcOrd="2" destOrd="0" presId="urn:microsoft.com/office/officeart/2005/8/layout/vList2"/>
    <dgm:cxn modelId="{B102CA26-4AA5-44FA-ABF7-CD522CC8C295}" type="presParOf" srcId="{42C43E85-405E-43F5-B965-A48F4D5F582F}" destId="{F7D4424D-6E01-4143-BBA4-0B59B58A25D6}" srcOrd="3" destOrd="0" presId="urn:microsoft.com/office/officeart/2005/8/layout/vList2"/>
    <dgm:cxn modelId="{70364DB0-9407-46DF-87E4-846C33E89773}" type="presParOf" srcId="{42C43E85-405E-43F5-B965-A48F4D5F582F}" destId="{79A49C03-1E52-4AA5-9217-3621BD2842C8}" srcOrd="4" destOrd="0" presId="urn:microsoft.com/office/officeart/2005/8/layout/vList2"/>
    <dgm:cxn modelId="{A27D82E6-733C-4D37-A54A-EAB0B9BF78AB}" type="presParOf" srcId="{42C43E85-405E-43F5-B965-A48F4D5F582F}" destId="{1D7C3A3A-8036-48D8-8196-F3D3C979D2ED}" srcOrd="5" destOrd="0" presId="urn:microsoft.com/office/officeart/2005/8/layout/vList2"/>
    <dgm:cxn modelId="{EBF6FDBF-4B7F-484A-919F-83F3DF369F32}" type="presParOf" srcId="{42C43E85-405E-43F5-B965-A48F4D5F582F}" destId="{127F62AA-3039-46F1-AEE8-FAB57AC142DE}" srcOrd="6" destOrd="0" presId="urn:microsoft.com/office/officeart/2005/8/layout/vList2"/>
    <dgm:cxn modelId="{6322F128-1237-442A-BD40-6934323DF9E4}" type="presParOf" srcId="{42C43E85-405E-43F5-B965-A48F4D5F582F}" destId="{7B7917A7-87BC-4F94-A1ED-0EA1AE9E319E}" srcOrd="7" destOrd="0" presId="urn:microsoft.com/office/officeart/2005/8/layout/vList2"/>
    <dgm:cxn modelId="{F080D1AA-F2C4-4AFB-80EB-3D33802F2D1D}" type="presParOf" srcId="{42C43E85-405E-43F5-B965-A48F4D5F582F}" destId="{B8288039-58DB-4119-97B3-0B80931C52B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0DD5D4-57A9-413B-9227-F0E7BB1C8B02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A040A76-F737-4B41-9993-4CB9534505DF}">
      <dgm:prSet/>
      <dgm:spPr/>
      <dgm:t>
        <a:bodyPr/>
        <a:lstStyle/>
        <a:p>
          <a:r>
            <a:rPr lang="en-US"/>
            <a:t>Núcleo das Constituições modernas</a:t>
          </a:r>
        </a:p>
      </dgm:t>
    </dgm:pt>
    <dgm:pt modelId="{011BED22-A0DB-444F-A6F3-2AC0F5D0B46D}" type="parTrans" cxnId="{DDF5626D-D574-4CD8-9DBB-C5BB8D6FE398}">
      <dgm:prSet/>
      <dgm:spPr/>
      <dgm:t>
        <a:bodyPr/>
        <a:lstStyle/>
        <a:p>
          <a:endParaRPr lang="en-US"/>
        </a:p>
      </dgm:t>
    </dgm:pt>
    <dgm:pt modelId="{7D9A89BC-D3F9-49C1-AB2E-9E3CED5EE435}" type="sibTrans" cxnId="{DDF5626D-D574-4CD8-9DBB-C5BB8D6FE398}">
      <dgm:prSet/>
      <dgm:spPr/>
      <dgm:t>
        <a:bodyPr/>
        <a:lstStyle/>
        <a:p>
          <a:endParaRPr lang="en-US"/>
        </a:p>
      </dgm:t>
    </dgm:pt>
    <dgm:pt modelId="{CB95BA58-2A66-4D22-BE96-F64E51F3B4A7}">
      <dgm:prSet/>
      <dgm:spPr/>
      <dgm:t>
        <a:bodyPr/>
        <a:lstStyle/>
        <a:p>
          <a:r>
            <a:rPr lang="en-US"/>
            <a:t>Limites ao poder estatal</a:t>
          </a:r>
        </a:p>
      </dgm:t>
    </dgm:pt>
    <dgm:pt modelId="{337EF451-66A3-488F-9CF0-F56C5DCC1BF2}" type="parTrans" cxnId="{0C3F4F78-4038-4631-89F0-AD3630DC2429}">
      <dgm:prSet/>
      <dgm:spPr/>
      <dgm:t>
        <a:bodyPr/>
        <a:lstStyle/>
        <a:p>
          <a:endParaRPr lang="en-US"/>
        </a:p>
      </dgm:t>
    </dgm:pt>
    <dgm:pt modelId="{7D0C06BD-7897-4C2D-952C-150CBA877977}" type="sibTrans" cxnId="{0C3F4F78-4038-4631-89F0-AD3630DC2429}">
      <dgm:prSet/>
      <dgm:spPr/>
      <dgm:t>
        <a:bodyPr/>
        <a:lstStyle/>
        <a:p>
          <a:endParaRPr lang="en-US"/>
        </a:p>
      </dgm:t>
    </dgm:pt>
    <dgm:pt modelId="{E55930F2-2CA1-4DD3-8EB6-2429D5081EE1}">
      <dgm:prSet/>
      <dgm:spPr/>
      <dgm:t>
        <a:bodyPr/>
        <a:lstStyle/>
        <a:p>
          <a:r>
            <a:rPr lang="en-US"/>
            <a:t>Proteção da dignidade da pessoa humana</a:t>
          </a:r>
        </a:p>
      </dgm:t>
    </dgm:pt>
    <dgm:pt modelId="{F9E9633F-E51D-4C30-9FA6-0166EBB3122A}" type="parTrans" cxnId="{DE77A3A8-1B8E-4545-A342-9C45074B6857}">
      <dgm:prSet/>
      <dgm:spPr/>
      <dgm:t>
        <a:bodyPr/>
        <a:lstStyle/>
        <a:p>
          <a:endParaRPr lang="en-US"/>
        </a:p>
      </dgm:t>
    </dgm:pt>
    <dgm:pt modelId="{9CCABC47-ED8D-4D03-9C31-8BF32E018612}" type="sibTrans" cxnId="{DE77A3A8-1B8E-4545-A342-9C45074B6857}">
      <dgm:prSet/>
      <dgm:spPr/>
      <dgm:t>
        <a:bodyPr/>
        <a:lstStyle/>
        <a:p>
          <a:endParaRPr lang="en-US"/>
        </a:p>
      </dgm:t>
    </dgm:pt>
    <dgm:pt modelId="{3076B8B3-64DF-499B-9345-5DFD0580B551}" type="pres">
      <dgm:prSet presAssocID="{730DD5D4-57A9-413B-9227-F0E7BB1C8B02}" presName="linear" presStyleCnt="0">
        <dgm:presLayoutVars>
          <dgm:animLvl val="lvl"/>
          <dgm:resizeHandles val="exact"/>
        </dgm:presLayoutVars>
      </dgm:prSet>
      <dgm:spPr/>
    </dgm:pt>
    <dgm:pt modelId="{00B3BAB5-E429-4928-8EAB-A1AAEA082DA5}" type="pres">
      <dgm:prSet presAssocID="{9A040A76-F737-4B41-9993-4CB9534505D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E583C90-DC81-430C-AB87-24748E12CBC0}" type="pres">
      <dgm:prSet presAssocID="{7D9A89BC-D3F9-49C1-AB2E-9E3CED5EE435}" presName="spacer" presStyleCnt="0"/>
      <dgm:spPr/>
    </dgm:pt>
    <dgm:pt modelId="{D6C1924D-E5D6-4317-88EB-74B8709AE5A6}" type="pres">
      <dgm:prSet presAssocID="{CB95BA58-2A66-4D22-BE96-F64E51F3B4A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D8E005D-E018-4DA1-A961-B148451B2FEE}" type="pres">
      <dgm:prSet presAssocID="{7D0C06BD-7897-4C2D-952C-150CBA877977}" presName="spacer" presStyleCnt="0"/>
      <dgm:spPr/>
    </dgm:pt>
    <dgm:pt modelId="{63F987A0-24E0-4981-82DC-41E39C986CC4}" type="pres">
      <dgm:prSet presAssocID="{E55930F2-2CA1-4DD3-8EB6-2429D5081EE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DA1520E-80C0-4873-83D6-57C4CEB21F4C}" type="presOf" srcId="{9A040A76-F737-4B41-9993-4CB9534505DF}" destId="{00B3BAB5-E429-4928-8EAB-A1AAEA082DA5}" srcOrd="0" destOrd="0" presId="urn:microsoft.com/office/officeart/2005/8/layout/vList2"/>
    <dgm:cxn modelId="{10CF471B-DCFD-496E-8B02-5BF9D0BEEA3C}" type="presOf" srcId="{730DD5D4-57A9-413B-9227-F0E7BB1C8B02}" destId="{3076B8B3-64DF-499B-9345-5DFD0580B551}" srcOrd="0" destOrd="0" presId="urn:microsoft.com/office/officeart/2005/8/layout/vList2"/>
    <dgm:cxn modelId="{99A44B60-483C-4266-B7E7-272DA40D1A57}" type="presOf" srcId="{CB95BA58-2A66-4D22-BE96-F64E51F3B4A7}" destId="{D6C1924D-E5D6-4317-88EB-74B8709AE5A6}" srcOrd="0" destOrd="0" presId="urn:microsoft.com/office/officeart/2005/8/layout/vList2"/>
    <dgm:cxn modelId="{DDF5626D-D574-4CD8-9DBB-C5BB8D6FE398}" srcId="{730DD5D4-57A9-413B-9227-F0E7BB1C8B02}" destId="{9A040A76-F737-4B41-9993-4CB9534505DF}" srcOrd="0" destOrd="0" parTransId="{011BED22-A0DB-444F-A6F3-2AC0F5D0B46D}" sibTransId="{7D9A89BC-D3F9-49C1-AB2E-9E3CED5EE435}"/>
    <dgm:cxn modelId="{0C3F4F78-4038-4631-89F0-AD3630DC2429}" srcId="{730DD5D4-57A9-413B-9227-F0E7BB1C8B02}" destId="{CB95BA58-2A66-4D22-BE96-F64E51F3B4A7}" srcOrd="1" destOrd="0" parTransId="{337EF451-66A3-488F-9CF0-F56C5DCC1BF2}" sibTransId="{7D0C06BD-7897-4C2D-952C-150CBA877977}"/>
    <dgm:cxn modelId="{EFE37C95-3A82-4415-8CA5-F9B697CECC6D}" type="presOf" srcId="{E55930F2-2CA1-4DD3-8EB6-2429D5081EE1}" destId="{63F987A0-24E0-4981-82DC-41E39C986CC4}" srcOrd="0" destOrd="0" presId="urn:microsoft.com/office/officeart/2005/8/layout/vList2"/>
    <dgm:cxn modelId="{DE77A3A8-1B8E-4545-A342-9C45074B6857}" srcId="{730DD5D4-57A9-413B-9227-F0E7BB1C8B02}" destId="{E55930F2-2CA1-4DD3-8EB6-2429D5081EE1}" srcOrd="2" destOrd="0" parTransId="{F9E9633F-E51D-4C30-9FA6-0166EBB3122A}" sibTransId="{9CCABC47-ED8D-4D03-9C31-8BF32E018612}"/>
    <dgm:cxn modelId="{67959C93-91E4-4F44-BDB8-69CF80735BF3}" type="presParOf" srcId="{3076B8B3-64DF-499B-9345-5DFD0580B551}" destId="{00B3BAB5-E429-4928-8EAB-A1AAEA082DA5}" srcOrd="0" destOrd="0" presId="urn:microsoft.com/office/officeart/2005/8/layout/vList2"/>
    <dgm:cxn modelId="{68779AF2-1EB4-4E05-868A-6963517B3B45}" type="presParOf" srcId="{3076B8B3-64DF-499B-9345-5DFD0580B551}" destId="{DE583C90-DC81-430C-AB87-24748E12CBC0}" srcOrd="1" destOrd="0" presId="urn:microsoft.com/office/officeart/2005/8/layout/vList2"/>
    <dgm:cxn modelId="{D5C6B7B7-A7E3-4910-A376-B3F916E4B7B0}" type="presParOf" srcId="{3076B8B3-64DF-499B-9345-5DFD0580B551}" destId="{D6C1924D-E5D6-4317-88EB-74B8709AE5A6}" srcOrd="2" destOrd="0" presId="urn:microsoft.com/office/officeart/2005/8/layout/vList2"/>
    <dgm:cxn modelId="{82484ED3-74BD-4FB7-B1C8-E53E57A89801}" type="presParOf" srcId="{3076B8B3-64DF-499B-9345-5DFD0580B551}" destId="{CD8E005D-E018-4DA1-A961-B148451B2FEE}" srcOrd="3" destOrd="0" presId="urn:microsoft.com/office/officeart/2005/8/layout/vList2"/>
    <dgm:cxn modelId="{7A2EF625-3580-4616-A734-989F25F73289}" type="presParOf" srcId="{3076B8B3-64DF-499B-9345-5DFD0580B551}" destId="{63F987A0-24E0-4981-82DC-41E39C986CC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063C4C-96ED-43FD-9191-688B4FCE48FE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E3F33A4-B7CD-4224-95D5-18CD56632503}">
      <dgm:prSet/>
      <dgm:spPr/>
      <dgm:t>
        <a:bodyPr/>
        <a:lstStyle/>
        <a:p>
          <a:r>
            <a:rPr lang="en-US"/>
            <a:t>1ª geração: direitos civis e políticos</a:t>
          </a:r>
        </a:p>
      </dgm:t>
    </dgm:pt>
    <dgm:pt modelId="{0AE56B1D-9792-4DC9-8A7D-2EC3BB97DD24}" type="parTrans" cxnId="{EC1AA1B5-30D0-4044-8289-D3999B6B2A15}">
      <dgm:prSet/>
      <dgm:spPr/>
      <dgm:t>
        <a:bodyPr/>
        <a:lstStyle/>
        <a:p>
          <a:endParaRPr lang="en-US"/>
        </a:p>
      </dgm:t>
    </dgm:pt>
    <dgm:pt modelId="{922A29D8-1375-46D8-A33A-59ECAF7938E3}" type="sibTrans" cxnId="{EC1AA1B5-30D0-4044-8289-D3999B6B2A15}">
      <dgm:prSet/>
      <dgm:spPr/>
      <dgm:t>
        <a:bodyPr/>
        <a:lstStyle/>
        <a:p>
          <a:endParaRPr lang="en-US"/>
        </a:p>
      </dgm:t>
    </dgm:pt>
    <dgm:pt modelId="{DF701082-E1FC-43E4-8EC5-0C345ABEBEC6}">
      <dgm:prSet/>
      <dgm:spPr/>
      <dgm:t>
        <a:bodyPr/>
        <a:lstStyle/>
        <a:p>
          <a:r>
            <a:rPr lang="en-US"/>
            <a:t>2ª geração: direitos sociais, econômicos e culturais</a:t>
          </a:r>
        </a:p>
      </dgm:t>
    </dgm:pt>
    <dgm:pt modelId="{857810DF-177C-4B42-9734-E2031D9A2B2D}" type="parTrans" cxnId="{4AB37222-8D9C-4F21-BAED-7B5820687E66}">
      <dgm:prSet/>
      <dgm:spPr/>
      <dgm:t>
        <a:bodyPr/>
        <a:lstStyle/>
        <a:p>
          <a:endParaRPr lang="en-US"/>
        </a:p>
      </dgm:t>
    </dgm:pt>
    <dgm:pt modelId="{AF19283D-6AB1-4731-9C61-DAB28C39D665}" type="sibTrans" cxnId="{4AB37222-8D9C-4F21-BAED-7B5820687E66}">
      <dgm:prSet/>
      <dgm:spPr/>
      <dgm:t>
        <a:bodyPr/>
        <a:lstStyle/>
        <a:p>
          <a:endParaRPr lang="en-US"/>
        </a:p>
      </dgm:t>
    </dgm:pt>
    <dgm:pt modelId="{E740FF14-9D5A-4B1A-8038-B1690584C851}">
      <dgm:prSet/>
      <dgm:spPr/>
      <dgm:t>
        <a:bodyPr/>
        <a:lstStyle/>
        <a:p>
          <a:r>
            <a:rPr lang="en-US"/>
            <a:t>3ª geração: direitos difusos e coletivos (solidariedade)</a:t>
          </a:r>
        </a:p>
      </dgm:t>
    </dgm:pt>
    <dgm:pt modelId="{304A4665-3277-47C0-AEF8-9E4007B8EF7D}" type="parTrans" cxnId="{F9747FC4-F605-4CB1-9D9D-6E0181AA08A7}">
      <dgm:prSet/>
      <dgm:spPr/>
      <dgm:t>
        <a:bodyPr/>
        <a:lstStyle/>
        <a:p>
          <a:endParaRPr lang="en-US"/>
        </a:p>
      </dgm:t>
    </dgm:pt>
    <dgm:pt modelId="{C14044D6-9742-4400-82DB-A717AF7DD14F}" type="sibTrans" cxnId="{F9747FC4-F605-4CB1-9D9D-6E0181AA08A7}">
      <dgm:prSet/>
      <dgm:spPr/>
      <dgm:t>
        <a:bodyPr/>
        <a:lstStyle/>
        <a:p>
          <a:endParaRPr lang="en-US"/>
        </a:p>
      </dgm:t>
    </dgm:pt>
    <dgm:pt modelId="{E314BA1C-9023-4395-9636-4FFC2636CE5C}">
      <dgm:prSet/>
      <dgm:spPr/>
      <dgm:t>
        <a:bodyPr/>
        <a:lstStyle/>
        <a:p>
          <a:r>
            <a:rPr lang="en-US"/>
            <a:t>Perspectivas contemporâneas: novas dimensões</a:t>
          </a:r>
        </a:p>
      </dgm:t>
    </dgm:pt>
    <dgm:pt modelId="{CD1D013F-8F01-4254-8403-ED61F75F0CF5}" type="parTrans" cxnId="{8484C179-DB1B-421C-97E1-CD6154396A0F}">
      <dgm:prSet/>
      <dgm:spPr/>
      <dgm:t>
        <a:bodyPr/>
        <a:lstStyle/>
        <a:p>
          <a:endParaRPr lang="en-US"/>
        </a:p>
      </dgm:t>
    </dgm:pt>
    <dgm:pt modelId="{36C5D2DA-F05D-4F5D-8430-5DCE352C4454}" type="sibTrans" cxnId="{8484C179-DB1B-421C-97E1-CD6154396A0F}">
      <dgm:prSet/>
      <dgm:spPr/>
      <dgm:t>
        <a:bodyPr/>
        <a:lstStyle/>
        <a:p>
          <a:endParaRPr lang="en-US"/>
        </a:p>
      </dgm:t>
    </dgm:pt>
    <dgm:pt modelId="{1C6529B6-47A2-4A77-9F88-50AC49C24F7F}" type="pres">
      <dgm:prSet presAssocID="{83063C4C-96ED-43FD-9191-688B4FCE48FE}" presName="matrix" presStyleCnt="0">
        <dgm:presLayoutVars>
          <dgm:chMax val="1"/>
          <dgm:dir/>
          <dgm:resizeHandles val="exact"/>
        </dgm:presLayoutVars>
      </dgm:prSet>
      <dgm:spPr/>
    </dgm:pt>
    <dgm:pt modelId="{E693724C-5E99-4277-9350-52BD4E6448FC}" type="pres">
      <dgm:prSet presAssocID="{83063C4C-96ED-43FD-9191-688B4FCE48FE}" presName="diamond" presStyleLbl="bgShp" presStyleIdx="0" presStyleCnt="1"/>
      <dgm:spPr/>
    </dgm:pt>
    <dgm:pt modelId="{E2E7B3D1-8EE6-4CC4-9785-F5440221D58C}" type="pres">
      <dgm:prSet presAssocID="{83063C4C-96ED-43FD-9191-688B4FCE48F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8964EE6-AE43-4641-9060-4F212F1641C2}" type="pres">
      <dgm:prSet presAssocID="{83063C4C-96ED-43FD-9191-688B4FCE48F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CD1EA27-0CA0-4325-A944-515D6381A33D}" type="pres">
      <dgm:prSet presAssocID="{83063C4C-96ED-43FD-9191-688B4FCE48F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DD38F2D-2FB9-444F-85AC-3A18FF1C9BAC}" type="pres">
      <dgm:prSet presAssocID="{83063C4C-96ED-43FD-9191-688B4FCE48F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073DC0F-9BDD-4F60-8F4F-9D48339282B8}" type="presOf" srcId="{83063C4C-96ED-43FD-9191-688B4FCE48FE}" destId="{1C6529B6-47A2-4A77-9F88-50AC49C24F7F}" srcOrd="0" destOrd="0" presId="urn:microsoft.com/office/officeart/2005/8/layout/matrix3"/>
    <dgm:cxn modelId="{4AB37222-8D9C-4F21-BAED-7B5820687E66}" srcId="{83063C4C-96ED-43FD-9191-688B4FCE48FE}" destId="{DF701082-E1FC-43E4-8EC5-0C345ABEBEC6}" srcOrd="1" destOrd="0" parTransId="{857810DF-177C-4B42-9734-E2031D9A2B2D}" sibTransId="{AF19283D-6AB1-4731-9C61-DAB28C39D665}"/>
    <dgm:cxn modelId="{8484C179-DB1B-421C-97E1-CD6154396A0F}" srcId="{83063C4C-96ED-43FD-9191-688B4FCE48FE}" destId="{E314BA1C-9023-4395-9636-4FFC2636CE5C}" srcOrd="3" destOrd="0" parTransId="{CD1D013F-8F01-4254-8403-ED61F75F0CF5}" sibTransId="{36C5D2DA-F05D-4F5D-8430-5DCE352C4454}"/>
    <dgm:cxn modelId="{EC1AA1B5-30D0-4044-8289-D3999B6B2A15}" srcId="{83063C4C-96ED-43FD-9191-688B4FCE48FE}" destId="{4E3F33A4-B7CD-4224-95D5-18CD56632503}" srcOrd="0" destOrd="0" parTransId="{0AE56B1D-9792-4DC9-8A7D-2EC3BB97DD24}" sibTransId="{922A29D8-1375-46D8-A33A-59ECAF7938E3}"/>
    <dgm:cxn modelId="{F9747FC4-F605-4CB1-9D9D-6E0181AA08A7}" srcId="{83063C4C-96ED-43FD-9191-688B4FCE48FE}" destId="{E740FF14-9D5A-4B1A-8038-B1690584C851}" srcOrd="2" destOrd="0" parTransId="{304A4665-3277-47C0-AEF8-9E4007B8EF7D}" sibTransId="{C14044D6-9742-4400-82DB-A717AF7DD14F}"/>
    <dgm:cxn modelId="{047B9FDA-4B58-49AB-9794-62F85F0CBE84}" type="presOf" srcId="{E314BA1C-9023-4395-9636-4FFC2636CE5C}" destId="{BDD38F2D-2FB9-444F-85AC-3A18FF1C9BAC}" srcOrd="0" destOrd="0" presId="urn:microsoft.com/office/officeart/2005/8/layout/matrix3"/>
    <dgm:cxn modelId="{4C7A4ADC-013E-4C6A-9C06-3B602D25CF73}" type="presOf" srcId="{4E3F33A4-B7CD-4224-95D5-18CD56632503}" destId="{E2E7B3D1-8EE6-4CC4-9785-F5440221D58C}" srcOrd="0" destOrd="0" presId="urn:microsoft.com/office/officeart/2005/8/layout/matrix3"/>
    <dgm:cxn modelId="{F98BCFF7-D8BD-4F36-ADA2-4939AA1FC7EF}" type="presOf" srcId="{DF701082-E1FC-43E4-8EC5-0C345ABEBEC6}" destId="{38964EE6-AE43-4641-9060-4F212F1641C2}" srcOrd="0" destOrd="0" presId="urn:microsoft.com/office/officeart/2005/8/layout/matrix3"/>
    <dgm:cxn modelId="{2620B6F9-BE07-434B-97A2-2ED94C197BE4}" type="presOf" srcId="{E740FF14-9D5A-4B1A-8038-B1690584C851}" destId="{DCD1EA27-0CA0-4325-A944-515D6381A33D}" srcOrd="0" destOrd="0" presId="urn:microsoft.com/office/officeart/2005/8/layout/matrix3"/>
    <dgm:cxn modelId="{945743FD-D5D7-4592-829E-B95EDF2CF8F1}" type="presParOf" srcId="{1C6529B6-47A2-4A77-9F88-50AC49C24F7F}" destId="{E693724C-5E99-4277-9350-52BD4E6448FC}" srcOrd="0" destOrd="0" presId="urn:microsoft.com/office/officeart/2005/8/layout/matrix3"/>
    <dgm:cxn modelId="{A83A7985-BBB9-4863-860E-A37D2D7FFAC2}" type="presParOf" srcId="{1C6529B6-47A2-4A77-9F88-50AC49C24F7F}" destId="{E2E7B3D1-8EE6-4CC4-9785-F5440221D58C}" srcOrd="1" destOrd="0" presId="urn:microsoft.com/office/officeart/2005/8/layout/matrix3"/>
    <dgm:cxn modelId="{38C4D09C-4086-4A62-B759-3C1E8A7A23D0}" type="presParOf" srcId="{1C6529B6-47A2-4A77-9F88-50AC49C24F7F}" destId="{38964EE6-AE43-4641-9060-4F212F1641C2}" srcOrd="2" destOrd="0" presId="urn:microsoft.com/office/officeart/2005/8/layout/matrix3"/>
    <dgm:cxn modelId="{7106C6AA-1825-4634-909C-E19833E1D9E1}" type="presParOf" srcId="{1C6529B6-47A2-4A77-9F88-50AC49C24F7F}" destId="{DCD1EA27-0CA0-4325-A944-515D6381A33D}" srcOrd="3" destOrd="0" presId="urn:microsoft.com/office/officeart/2005/8/layout/matrix3"/>
    <dgm:cxn modelId="{7F447425-EF9F-45D6-A6E8-3B542175613B}" type="presParOf" srcId="{1C6529B6-47A2-4A77-9F88-50AC49C24F7F}" destId="{BDD38F2D-2FB9-444F-85AC-3A18FF1C9BA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5A3824-FFA8-464F-99AA-6CF7AA718D3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069D186-8032-4DFB-AC43-4740EBEDC905}">
      <dgm:prSet/>
      <dgm:spPr/>
      <dgm:t>
        <a:bodyPr/>
        <a:lstStyle/>
        <a:p>
          <a:pPr>
            <a:defRPr cap="all"/>
          </a:pPr>
          <a:r>
            <a:rPr lang="en-US"/>
            <a:t>Titulares: pessoas físicas e, em certos casos, coletividades</a:t>
          </a:r>
        </a:p>
      </dgm:t>
    </dgm:pt>
    <dgm:pt modelId="{4337C292-C420-4EDA-8D5B-5285C428134B}" type="parTrans" cxnId="{D10C43DB-5E67-4294-B189-0ADE0796DFD7}">
      <dgm:prSet/>
      <dgm:spPr/>
      <dgm:t>
        <a:bodyPr/>
        <a:lstStyle/>
        <a:p>
          <a:endParaRPr lang="en-US"/>
        </a:p>
      </dgm:t>
    </dgm:pt>
    <dgm:pt modelId="{7794310A-D333-4648-BED1-5BC0598FA693}" type="sibTrans" cxnId="{D10C43DB-5E67-4294-B189-0ADE0796DFD7}">
      <dgm:prSet/>
      <dgm:spPr/>
      <dgm:t>
        <a:bodyPr/>
        <a:lstStyle/>
        <a:p>
          <a:endParaRPr lang="en-US"/>
        </a:p>
      </dgm:t>
    </dgm:pt>
    <dgm:pt modelId="{DDFB4A4F-9C36-4A98-8AFC-DD4B9D64F296}">
      <dgm:prSet/>
      <dgm:spPr/>
      <dgm:t>
        <a:bodyPr/>
        <a:lstStyle/>
        <a:p>
          <a:pPr>
            <a:defRPr cap="all"/>
          </a:pPr>
          <a:r>
            <a:rPr lang="en-US"/>
            <a:t>Destinatários: Estado e, quando aplicável, particulares</a:t>
          </a:r>
        </a:p>
      </dgm:t>
    </dgm:pt>
    <dgm:pt modelId="{691B4DC5-8FEF-4699-B3E6-2BE8D9254C1E}" type="parTrans" cxnId="{A191E8A3-A829-46FC-9312-1F14347484CF}">
      <dgm:prSet/>
      <dgm:spPr/>
      <dgm:t>
        <a:bodyPr/>
        <a:lstStyle/>
        <a:p>
          <a:endParaRPr lang="en-US"/>
        </a:p>
      </dgm:t>
    </dgm:pt>
    <dgm:pt modelId="{66CFB31C-408F-402E-8503-D4057A069AD5}" type="sibTrans" cxnId="{A191E8A3-A829-46FC-9312-1F14347484CF}">
      <dgm:prSet/>
      <dgm:spPr/>
      <dgm:t>
        <a:bodyPr/>
        <a:lstStyle/>
        <a:p>
          <a:endParaRPr lang="en-US"/>
        </a:p>
      </dgm:t>
    </dgm:pt>
    <dgm:pt modelId="{9E658E5C-36BA-4C90-AF44-027C28E2ED4F}">
      <dgm:prSet/>
      <dgm:spPr/>
      <dgm:t>
        <a:bodyPr/>
        <a:lstStyle/>
        <a:p>
          <a:pPr>
            <a:defRPr cap="all"/>
          </a:pPr>
          <a:r>
            <a:rPr lang="en-US"/>
            <a:t>Exemplos: relação trabalhista; discriminação em contrato</a:t>
          </a:r>
        </a:p>
      </dgm:t>
    </dgm:pt>
    <dgm:pt modelId="{4846C916-F3F8-4ADC-BFC1-A0927708B8F1}" type="parTrans" cxnId="{08AFED6A-CA70-4C52-AB47-C74DD013FA46}">
      <dgm:prSet/>
      <dgm:spPr/>
      <dgm:t>
        <a:bodyPr/>
        <a:lstStyle/>
        <a:p>
          <a:endParaRPr lang="en-US"/>
        </a:p>
      </dgm:t>
    </dgm:pt>
    <dgm:pt modelId="{04226E90-6FC0-4F31-9DD9-BE9BB4872685}" type="sibTrans" cxnId="{08AFED6A-CA70-4C52-AB47-C74DD013FA46}">
      <dgm:prSet/>
      <dgm:spPr/>
      <dgm:t>
        <a:bodyPr/>
        <a:lstStyle/>
        <a:p>
          <a:endParaRPr lang="en-US"/>
        </a:p>
      </dgm:t>
    </dgm:pt>
    <dgm:pt modelId="{B556DF68-3193-4D4A-B990-F4967146CC46}" type="pres">
      <dgm:prSet presAssocID="{3E5A3824-FFA8-464F-99AA-6CF7AA718D3D}" presName="root" presStyleCnt="0">
        <dgm:presLayoutVars>
          <dgm:dir/>
          <dgm:resizeHandles val="exact"/>
        </dgm:presLayoutVars>
      </dgm:prSet>
      <dgm:spPr/>
    </dgm:pt>
    <dgm:pt modelId="{E46922D5-0B6E-4CC1-A311-F5F5B118568A}" type="pres">
      <dgm:prSet presAssocID="{0069D186-8032-4DFB-AC43-4740EBEDC905}" presName="compNode" presStyleCnt="0"/>
      <dgm:spPr/>
    </dgm:pt>
    <dgm:pt modelId="{D43A8640-3E5F-4A6B-8EF2-B043D92CD0A2}" type="pres">
      <dgm:prSet presAssocID="{0069D186-8032-4DFB-AC43-4740EBEDC90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EB52C57-1A35-4E51-80CA-756E20E663AA}" type="pres">
      <dgm:prSet presAssocID="{0069D186-8032-4DFB-AC43-4740EBEDC9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BDF0E6E-DC51-4A11-BD2C-91E1838BDA21}" type="pres">
      <dgm:prSet presAssocID="{0069D186-8032-4DFB-AC43-4740EBEDC905}" presName="spaceRect" presStyleCnt="0"/>
      <dgm:spPr/>
    </dgm:pt>
    <dgm:pt modelId="{02626A60-9395-447A-94C1-D40177F9A734}" type="pres">
      <dgm:prSet presAssocID="{0069D186-8032-4DFB-AC43-4740EBEDC905}" presName="textRect" presStyleLbl="revTx" presStyleIdx="0" presStyleCnt="3">
        <dgm:presLayoutVars>
          <dgm:chMax val="1"/>
          <dgm:chPref val="1"/>
        </dgm:presLayoutVars>
      </dgm:prSet>
      <dgm:spPr/>
    </dgm:pt>
    <dgm:pt modelId="{8A8A9FBD-F008-48D5-93C7-0CBDC67E8559}" type="pres">
      <dgm:prSet presAssocID="{7794310A-D333-4648-BED1-5BC0598FA693}" presName="sibTrans" presStyleCnt="0"/>
      <dgm:spPr/>
    </dgm:pt>
    <dgm:pt modelId="{3F360831-0AE9-4DF8-9243-B4651B653AD0}" type="pres">
      <dgm:prSet presAssocID="{DDFB4A4F-9C36-4A98-8AFC-DD4B9D64F296}" presName="compNode" presStyleCnt="0"/>
      <dgm:spPr/>
    </dgm:pt>
    <dgm:pt modelId="{9F28F8D3-83C7-40E9-A76D-60BB6368E2A5}" type="pres">
      <dgm:prSet presAssocID="{DDFB4A4F-9C36-4A98-8AFC-DD4B9D64F296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3DD1373-0BFD-460A-948F-CE589EA2CCE9}" type="pres">
      <dgm:prSet presAssocID="{DDFB4A4F-9C36-4A98-8AFC-DD4B9D64F2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mbeiro"/>
        </a:ext>
      </dgm:extLst>
    </dgm:pt>
    <dgm:pt modelId="{D84DA062-1FC2-44F9-A90F-19C9FCF0956F}" type="pres">
      <dgm:prSet presAssocID="{DDFB4A4F-9C36-4A98-8AFC-DD4B9D64F296}" presName="spaceRect" presStyleCnt="0"/>
      <dgm:spPr/>
    </dgm:pt>
    <dgm:pt modelId="{2BC699B7-1135-4B9E-B8E4-56E0E2CA8BFF}" type="pres">
      <dgm:prSet presAssocID="{DDFB4A4F-9C36-4A98-8AFC-DD4B9D64F296}" presName="textRect" presStyleLbl="revTx" presStyleIdx="1" presStyleCnt="3">
        <dgm:presLayoutVars>
          <dgm:chMax val="1"/>
          <dgm:chPref val="1"/>
        </dgm:presLayoutVars>
      </dgm:prSet>
      <dgm:spPr/>
    </dgm:pt>
    <dgm:pt modelId="{F2AED16C-1779-4C32-8385-1708B81AB561}" type="pres">
      <dgm:prSet presAssocID="{66CFB31C-408F-402E-8503-D4057A069AD5}" presName="sibTrans" presStyleCnt="0"/>
      <dgm:spPr/>
    </dgm:pt>
    <dgm:pt modelId="{537083BE-C57D-4FD2-B911-31FAFDE8CC10}" type="pres">
      <dgm:prSet presAssocID="{9E658E5C-36BA-4C90-AF44-027C28E2ED4F}" presName="compNode" presStyleCnt="0"/>
      <dgm:spPr/>
    </dgm:pt>
    <dgm:pt modelId="{CC113DE2-DC6F-484D-BEDD-8F2758D28687}" type="pres">
      <dgm:prSet presAssocID="{9E658E5C-36BA-4C90-AF44-027C28E2ED4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B173563-C9FE-4CF6-A1CF-154445F392C5}" type="pres">
      <dgm:prSet presAssocID="{9E658E5C-36BA-4C90-AF44-027C28E2ED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6639CC60-310B-4EA5-AA22-016184905774}" type="pres">
      <dgm:prSet presAssocID="{9E658E5C-36BA-4C90-AF44-027C28E2ED4F}" presName="spaceRect" presStyleCnt="0"/>
      <dgm:spPr/>
    </dgm:pt>
    <dgm:pt modelId="{9B40B1BB-268B-4790-9936-C8DCB3B8CEC5}" type="pres">
      <dgm:prSet presAssocID="{9E658E5C-36BA-4C90-AF44-027C28E2ED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31CFF0E-169F-4742-95FE-43E923A52394}" type="presOf" srcId="{3E5A3824-FFA8-464F-99AA-6CF7AA718D3D}" destId="{B556DF68-3193-4D4A-B990-F4967146CC46}" srcOrd="0" destOrd="0" presId="urn:microsoft.com/office/officeart/2018/5/layout/IconLeafLabelList"/>
    <dgm:cxn modelId="{08AFED6A-CA70-4C52-AB47-C74DD013FA46}" srcId="{3E5A3824-FFA8-464F-99AA-6CF7AA718D3D}" destId="{9E658E5C-36BA-4C90-AF44-027C28E2ED4F}" srcOrd="2" destOrd="0" parTransId="{4846C916-F3F8-4ADC-BFC1-A0927708B8F1}" sibTransId="{04226E90-6FC0-4F31-9DD9-BE9BB4872685}"/>
    <dgm:cxn modelId="{9ABBA157-BAC9-4CC0-B9F5-E324B458C379}" type="presOf" srcId="{DDFB4A4F-9C36-4A98-8AFC-DD4B9D64F296}" destId="{2BC699B7-1135-4B9E-B8E4-56E0E2CA8BFF}" srcOrd="0" destOrd="0" presId="urn:microsoft.com/office/officeart/2018/5/layout/IconLeafLabelList"/>
    <dgm:cxn modelId="{4BCED68D-587C-4CBD-904F-2C459F0615F7}" type="presOf" srcId="{9E658E5C-36BA-4C90-AF44-027C28E2ED4F}" destId="{9B40B1BB-268B-4790-9936-C8DCB3B8CEC5}" srcOrd="0" destOrd="0" presId="urn:microsoft.com/office/officeart/2018/5/layout/IconLeafLabelList"/>
    <dgm:cxn modelId="{A191E8A3-A829-46FC-9312-1F14347484CF}" srcId="{3E5A3824-FFA8-464F-99AA-6CF7AA718D3D}" destId="{DDFB4A4F-9C36-4A98-8AFC-DD4B9D64F296}" srcOrd="1" destOrd="0" parTransId="{691B4DC5-8FEF-4699-B3E6-2BE8D9254C1E}" sibTransId="{66CFB31C-408F-402E-8503-D4057A069AD5}"/>
    <dgm:cxn modelId="{EC37CFB0-163F-47B5-8FB6-E0D63794DED0}" type="presOf" srcId="{0069D186-8032-4DFB-AC43-4740EBEDC905}" destId="{02626A60-9395-447A-94C1-D40177F9A734}" srcOrd="0" destOrd="0" presId="urn:microsoft.com/office/officeart/2018/5/layout/IconLeafLabelList"/>
    <dgm:cxn modelId="{D10C43DB-5E67-4294-B189-0ADE0796DFD7}" srcId="{3E5A3824-FFA8-464F-99AA-6CF7AA718D3D}" destId="{0069D186-8032-4DFB-AC43-4740EBEDC905}" srcOrd="0" destOrd="0" parTransId="{4337C292-C420-4EDA-8D5B-5285C428134B}" sibTransId="{7794310A-D333-4648-BED1-5BC0598FA693}"/>
    <dgm:cxn modelId="{0D546715-90FA-4364-A9AB-C78AF36F08E9}" type="presParOf" srcId="{B556DF68-3193-4D4A-B990-F4967146CC46}" destId="{E46922D5-0B6E-4CC1-A311-F5F5B118568A}" srcOrd="0" destOrd="0" presId="urn:microsoft.com/office/officeart/2018/5/layout/IconLeafLabelList"/>
    <dgm:cxn modelId="{B08E5D42-B6C6-4012-B348-B26B2A744037}" type="presParOf" srcId="{E46922D5-0B6E-4CC1-A311-F5F5B118568A}" destId="{D43A8640-3E5F-4A6B-8EF2-B043D92CD0A2}" srcOrd="0" destOrd="0" presId="urn:microsoft.com/office/officeart/2018/5/layout/IconLeafLabelList"/>
    <dgm:cxn modelId="{4D68AAEE-2522-4D0A-B876-7AE4245EA9F1}" type="presParOf" srcId="{E46922D5-0B6E-4CC1-A311-F5F5B118568A}" destId="{3EB52C57-1A35-4E51-80CA-756E20E663AA}" srcOrd="1" destOrd="0" presId="urn:microsoft.com/office/officeart/2018/5/layout/IconLeafLabelList"/>
    <dgm:cxn modelId="{29E63EE9-36D9-4DBA-BB20-E3BD81F0F077}" type="presParOf" srcId="{E46922D5-0B6E-4CC1-A311-F5F5B118568A}" destId="{0BDF0E6E-DC51-4A11-BD2C-91E1838BDA21}" srcOrd="2" destOrd="0" presId="urn:microsoft.com/office/officeart/2018/5/layout/IconLeafLabelList"/>
    <dgm:cxn modelId="{2F73D280-F16C-45E1-BE3C-584CBB705CCC}" type="presParOf" srcId="{E46922D5-0B6E-4CC1-A311-F5F5B118568A}" destId="{02626A60-9395-447A-94C1-D40177F9A734}" srcOrd="3" destOrd="0" presId="urn:microsoft.com/office/officeart/2018/5/layout/IconLeafLabelList"/>
    <dgm:cxn modelId="{D35DDD85-5708-40B3-96BD-093A3DC31DF3}" type="presParOf" srcId="{B556DF68-3193-4D4A-B990-F4967146CC46}" destId="{8A8A9FBD-F008-48D5-93C7-0CBDC67E8559}" srcOrd="1" destOrd="0" presId="urn:microsoft.com/office/officeart/2018/5/layout/IconLeafLabelList"/>
    <dgm:cxn modelId="{1E332FF7-9A94-425E-8273-082420415BF4}" type="presParOf" srcId="{B556DF68-3193-4D4A-B990-F4967146CC46}" destId="{3F360831-0AE9-4DF8-9243-B4651B653AD0}" srcOrd="2" destOrd="0" presId="urn:microsoft.com/office/officeart/2018/5/layout/IconLeafLabelList"/>
    <dgm:cxn modelId="{2E460EEB-580B-4EB4-8C58-AF0748865F89}" type="presParOf" srcId="{3F360831-0AE9-4DF8-9243-B4651B653AD0}" destId="{9F28F8D3-83C7-40E9-A76D-60BB6368E2A5}" srcOrd="0" destOrd="0" presId="urn:microsoft.com/office/officeart/2018/5/layout/IconLeafLabelList"/>
    <dgm:cxn modelId="{FEC76AD2-21A5-4A58-96FF-A44AF52B3A8C}" type="presParOf" srcId="{3F360831-0AE9-4DF8-9243-B4651B653AD0}" destId="{D3DD1373-0BFD-460A-948F-CE589EA2CCE9}" srcOrd="1" destOrd="0" presId="urn:microsoft.com/office/officeart/2018/5/layout/IconLeafLabelList"/>
    <dgm:cxn modelId="{E1C76FC1-68C5-47BC-B98A-6E4B0E95946C}" type="presParOf" srcId="{3F360831-0AE9-4DF8-9243-B4651B653AD0}" destId="{D84DA062-1FC2-44F9-A90F-19C9FCF0956F}" srcOrd="2" destOrd="0" presId="urn:microsoft.com/office/officeart/2018/5/layout/IconLeafLabelList"/>
    <dgm:cxn modelId="{53A8AC2A-E58B-4771-A8FB-845E4D27533B}" type="presParOf" srcId="{3F360831-0AE9-4DF8-9243-B4651B653AD0}" destId="{2BC699B7-1135-4B9E-B8E4-56E0E2CA8BFF}" srcOrd="3" destOrd="0" presId="urn:microsoft.com/office/officeart/2018/5/layout/IconLeafLabelList"/>
    <dgm:cxn modelId="{FEEC81D0-9E0E-448B-B4BE-47EF7879690B}" type="presParOf" srcId="{B556DF68-3193-4D4A-B990-F4967146CC46}" destId="{F2AED16C-1779-4C32-8385-1708B81AB561}" srcOrd="3" destOrd="0" presId="urn:microsoft.com/office/officeart/2018/5/layout/IconLeafLabelList"/>
    <dgm:cxn modelId="{10FA8E85-B895-4CE8-9553-ED0D2C03E53A}" type="presParOf" srcId="{B556DF68-3193-4D4A-B990-F4967146CC46}" destId="{537083BE-C57D-4FD2-B911-31FAFDE8CC10}" srcOrd="4" destOrd="0" presId="urn:microsoft.com/office/officeart/2018/5/layout/IconLeafLabelList"/>
    <dgm:cxn modelId="{6FED7941-0D37-4BC4-AC26-E8FBE6F534FF}" type="presParOf" srcId="{537083BE-C57D-4FD2-B911-31FAFDE8CC10}" destId="{CC113DE2-DC6F-484D-BEDD-8F2758D28687}" srcOrd="0" destOrd="0" presId="urn:microsoft.com/office/officeart/2018/5/layout/IconLeafLabelList"/>
    <dgm:cxn modelId="{ED397901-6E21-412A-9D1B-3458809F7B5E}" type="presParOf" srcId="{537083BE-C57D-4FD2-B911-31FAFDE8CC10}" destId="{5B173563-C9FE-4CF6-A1CF-154445F392C5}" srcOrd="1" destOrd="0" presId="urn:microsoft.com/office/officeart/2018/5/layout/IconLeafLabelList"/>
    <dgm:cxn modelId="{2FB8FCC9-052D-44EA-9363-35D98C460693}" type="presParOf" srcId="{537083BE-C57D-4FD2-B911-31FAFDE8CC10}" destId="{6639CC60-310B-4EA5-AA22-016184905774}" srcOrd="2" destOrd="0" presId="urn:microsoft.com/office/officeart/2018/5/layout/IconLeafLabelList"/>
    <dgm:cxn modelId="{23D7B5C1-5639-4548-BBBD-1BD41CA7224F}" type="presParOf" srcId="{537083BE-C57D-4FD2-B911-31FAFDE8CC10}" destId="{9B40B1BB-268B-4790-9936-C8DCB3B8CEC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A9B7939-4888-4CFF-974B-DA78D2DA0B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B0689F-FBC3-4CF0-B517-236E8C3549BF}">
      <dgm:prSet/>
      <dgm:spPr/>
      <dgm:t>
        <a:bodyPr/>
        <a:lstStyle/>
        <a:p>
          <a:r>
            <a:rPr lang="en-US"/>
            <a:t>Eficácia plena: aplicabilidade imediata</a:t>
          </a:r>
        </a:p>
      </dgm:t>
    </dgm:pt>
    <dgm:pt modelId="{6C9A7B08-84C7-496D-AA86-DE81B06083BC}" type="parTrans" cxnId="{4E80476F-2F78-4004-A05D-F95B58D0E585}">
      <dgm:prSet/>
      <dgm:spPr/>
      <dgm:t>
        <a:bodyPr/>
        <a:lstStyle/>
        <a:p>
          <a:endParaRPr lang="en-US"/>
        </a:p>
      </dgm:t>
    </dgm:pt>
    <dgm:pt modelId="{83320720-45A9-4958-AB4A-97BC64DA5BD6}" type="sibTrans" cxnId="{4E80476F-2F78-4004-A05D-F95B58D0E585}">
      <dgm:prSet/>
      <dgm:spPr/>
      <dgm:t>
        <a:bodyPr/>
        <a:lstStyle/>
        <a:p>
          <a:endParaRPr lang="en-US"/>
        </a:p>
      </dgm:t>
    </dgm:pt>
    <dgm:pt modelId="{DEE2327D-D1FB-4475-ADFD-527E3D14F02D}">
      <dgm:prSet/>
      <dgm:spPr/>
      <dgm:t>
        <a:bodyPr/>
        <a:lstStyle/>
        <a:p>
          <a:r>
            <a:rPr lang="en-US"/>
            <a:t>Eficácia contida: aplicável, mas com limites</a:t>
          </a:r>
        </a:p>
      </dgm:t>
    </dgm:pt>
    <dgm:pt modelId="{2AD634D4-4417-487A-BEFF-A2EDFF4F6BD3}" type="parTrans" cxnId="{D86DBDC7-19F9-482F-9CA6-C13B2DFE2C20}">
      <dgm:prSet/>
      <dgm:spPr/>
      <dgm:t>
        <a:bodyPr/>
        <a:lstStyle/>
        <a:p>
          <a:endParaRPr lang="en-US"/>
        </a:p>
      </dgm:t>
    </dgm:pt>
    <dgm:pt modelId="{30EB6792-7D32-4939-9B46-AEA435C98C79}" type="sibTrans" cxnId="{D86DBDC7-19F9-482F-9CA6-C13B2DFE2C20}">
      <dgm:prSet/>
      <dgm:spPr/>
      <dgm:t>
        <a:bodyPr/>
        <a:lstStyle/>
        <a:p>
          <a:endParaRPr lang="en-US"/>
        </a:p>
      </dgm:t>
    </dgm:pt>
    <dgm:pt modelId="{79BA592F-F58C-4C46-AD4B-379C6A197687}">
      <dgm:prSet/>
      <dgm:spPr/>
      <dgm:t>
        <a:bodyPr/>
        <a:lstStyle/>
        <a:p>
          <a:r>
            <a:rPr lang="en-US"/>
            <a:t>Eficácia limitada: depende de regulamentação</a:t>
          </a:r>
        </a:p>
      </dgm:t>
    </dgm:pt>
    <dgm:pt modelId="{24BAAF38-F96E-40AA-8BD9-3ED556A82F54}" type="parTrans" cxnId="{2D8F96C1-42DA-4426-8937-9E4707769C38}">
      <dgm:prSet/>
      <dgm:spPr/>
      <dgm:t>
        <a:bodyPr/>
        <a:lstStyle/>
        <a:p>
          <a:endParaRPr lang="en-US"/>
        </a:p>
      </dgm:t>
    </dgm:pt>
    <dgm:pt modelId="{63F703BD-EF56-456C-BF92-6630AF26194C}" type="sibTrans" cxnId="{2D8F96C1-42DA-4426-8937-9E4707769C38}">
      <dgm:prSet/>
      <dgm:spPr/>
      <dgm:t>
        <a:bodyPr/>
        <a:lstStyle/>
        <a:p>
          <a:endParaRPr lang="en-US"/>
        </a:p>
      </dgm:t>
    </dgm:pt>
    <dgm:pt modelId="{AEE1C33F-69AD-4F9B-B2AE-153558CA1D12}">
      <dgm:prSet/>
      <dgm:spPr/>
      <dgm:t>
        <a:bodyPr/>
        <a:lstStyle/>
        <a:p>
          <a:r>
            <a:rPr lang="en-US"/>
            <a:t>Conceitos: reserva do possível e mínimo existencial</a:t>
          </a:r>
        </a:p>
      </dgm:t>
    </dgm:pt>
    <dgm:pt modelId="{1576FD3D-0348-4144-AD0E-EC694C42493F}" type="parTrans" cxnId="{A31889FE-B379-417C-954D-5C18337ED369}">
      <dgm:prSet/>
      <dgm:spPr/>
      <dgm:t>
        <a:bodyPr/>
        <a:lstStyle/>
        <a:p>
          <a:endParaRPr lang="en-US"/>
        </a:p>
      </dgm:t>
    </dgm:pt>
    <dgm:pt modelId="{E9B6E5A3-BB21-4071-A3F8-DD70D54B0E2B}" type="sibTrans" cxnId="{A31889FE-B379-417C-954D-5C18337ED369}">
      <dgm:prSet/>
      <dgm:spPr/>
      <dgm:t>
        <a:bodyPr/>
        <a:lstStyle/>
        <a:p>
          <a:endParaRPr lang="en-US"/>
        </a:p>
      </dgm:t>
    </dgm:pt>
    <dgm:pt modelId="{01CB79AA-83E2-4AE4-ACBF-EA9DB7D8CDA0}" type="pres">
      <dgm:prSet presAssocID="{CA9B7939-4888-4CFF-974B-DA78D2DA0B59}" presName="root" presStyleCnt="0">
        <dgm:presLayoutVars>
          <dgm:dir/>
          <dgm:resizeHandles val="exact"/>
        </dgm:presLayoutVars>
      </dgm:prSet>
      <dgm:spPr/>
    </dgm:pt>
    <dgm:pt modelId="{2D851523-15F2-4C9E-AF4A-BE7D02290FE7}" type="pres">
      <dgm:prSet presAssocID="{E4B0689F-FBC3-4CF0-B517-236E8C3549BF}" presName="compNode" presStyleCnt="0"/>
      <dgm:spPr/>
    </dgm:pt>
    <dgm:pt modelId="{8A08120A-23DE-481E-B4AF-E9CAFB72CC79}" type="pres">
      <dgm:prSet presAssocID="{E4B0689F-FBC3-4CF0-B517-236E8C3549BF}" presName="bgRect" presStyleLbl="bgShp" presStyleIdx="0" presStyleCnt="4"/>
      <dgm:spPr/>
    </dgm:pt>
    <dgm:pt modelId="{252AB126-A64D-462D-AABC-DBA064E896B2}" type="pres">
      <dgm:prSet presAssocID="{E4B0689F-FBC3-4CF0-B517-236E8C3549B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432BB67D-B515-4B27-816A-681606FAA9A4}" type="pres">
      <dgm:prSet presAssocID="{E4B0689F-FBC3-4CF0-B517-236E8C3549BF}" presName="spaceRect" presStyleCnt="0"/>
      <dgm:spPr/>
    </dgm:pt>
    <dgm:pt modelId="{E15B1F1F-D7BA-4AA8-9BB4-FC0747933447}" type="pres">
      <dgm:prSet presAssocID="{E4B0689F-FBC3-4CF0-B517-236E8C3549BF}" presName="parTx" presStyleLbl="revTx" presStyleIdx="0" presStyleCnt="4">
        <dgm:presLayoutVars>
          <dgm:chMax val="0"/>
          <dgm:chPref val="0"/>
        </dgm:presLayoutVars>
      </dgm:prSet>
      <dgm:spPr/>
    </dgm:pt>
    <dgm:pt modelId="{0D92786B-E8B3-45AD-823B-BF154C114519}" type="pres">
      <dgm:prSet presAssocID="{83320720-45A9-4958-AB4A-97BC64DA5BD6}" presName="sibTrans" presStyleCnt="0"/>
      <dgm:spPr/>
    </dgm:pt>
    <dgm:pt modelId="{E0B54310-CB79-4796-903D-1B5D19A97BD9}" type="pres">
      <dgm:prSet presAssocID="{DEE2327D-D1FB-4475-ADFD-527E3D14F02D}" presName="compNode" presStyleCnt="0"/>
      <dgm:spPr/>
    </dgm:pt>
    <dgm:pt modelId="{D03FBB40-C442-4BA7-871D-A2D3B04DC966}" type="pres">
      <dgm:prSet presAssocID="{DEE2327D-D1FB-4475-ADFD-527E3D14F02D}" presName="bgRect" presStyleLbl="bgShp" presStyleIdx="1" presStyleCnt="4"/>
      <dgm:spPr/>
    </dgm:pt>
    <dgm:pt modelId="{9E994E6D-C359-4BB2-8F00-CA7375E10D00}" type="pres">
      <dgm:prSet presAssocID="{DEE2327D-D1FB-4475-ADFD-527E3D14F0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5ED23EBA-686D-486D-A0C0-8B93DBFEC9EB}" type="pres">
      <dgm:prSet presAssocID="{DEE2327D-D1FB-4475-ADFD-527E3D14F02D}" presName="spaceRect" presStyleCnt="0"/>
      <dgm:spPr/>
    </dgm:pt>
    <dgm:pt modelId="{8C53BCEB-1321-4452-A855-B2533A7877CF}" type="pres">
      <dgm:prSet presAssocID="{DEE2327D-D1FB-4475-ADFD-527E3D14F02D}" presName="parTx" presStyleLbl="revTx" presStyleIdx="1" presStyleCnt="4">
        <dgm:presLayoutVars>
          <dgm:chMax val="0"/>
          <dgm:chPref val="0"/>
        </dgm:presLayoutVars>
      </dgm:prSet>
      <dgm:spPr/>
    </dgm:pt>
    <dgm:pt modelId="{D60E6953-3375-4D33-90E7-2CBEF29A09E0}" type="pres">
      <dgm:prSet presAssocID="{30EB6792-7D32-4939-9B46-AEA435C98C79}" presName="sibTrans" presStyleCnt="0"/>
      <dgm:spPr/>
    </dgm:pt>
    <dgm:pt modelId="{E5E1139A-2992-4D71-BBF5-F326B9DB122B}" type="pres">
      <dgm:prSet presAssocID="{79BA592F-F58C-4C46-AD4B-379C6A197687}" presName="compNode" presStyleCnt="0"/>
      <dgm:spPr/>
    </dgm:pt>
    <dgm:pt modelId="{5EEAEB12-E2C2-4F3A-8833-E21E8E473BF4}" type="pres">
      <dgm:prSet presAssocID="{79BA592F-F58C-4C46-AD4B-379C6A197687}" presName="bgRect" presStyleLbl="bgShp" presStyleIdx="2" presStyleCnt="4"/>
      <dgm:spPr/>
    </dgm:pt>
    <dgm:pt modelId="{CD1C456B-1C77-4DEA-9AB7-A084884A482C}" type="pres">
      <dgm:prSet presAssocID="{79BA592F-F58C-4C46-AD4B-379C6A1976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2D7D048-EA8C-4D5D-A056-02140CC11578}" type="pres">
      <dgm:prSet presAssocID="{79BA592F-F58C-4C46-AD4B-379C6A197687}" presName="spaceRect" presStyleCnt="0"/>
      <dgm:spPr/>
    </dgm:pt>
    <dgm:pt modelId="{6C994C45-22E3-4DF6-9051-A3B2C693F93C}" type="pres">
      <dgm:prSet presAssocID="{79BA592F-F58C-4C46-AD4B-379C6A197687}" presName="parTx" presStyleLbl="revTx" presStyleIdx="2" presStyleCnt="4">
        <dgm:presLayoutVars>
          <dgm:chMax val="0"/>
          <dgm:chPref val="0"/>
        </dgm:presLayoutVars>
      </dgm:prSet>
      <dgm:spPr/>
    </dgm:pt>
    <dgm:pt modelId="{23CC4349-23B4-4250-BC3B-ED820485BA4B}" type="pres">
      <dgm:prSet presAssocID="{63F703BD-EF56-456C-BF92-6630AF26194C}" presName="sibTrans" presStyleCnt="0"/>
      <dgm:spPr/>
    </dgm:pt>
    <dgm:pt modelId="{0C8E8FC0-82EA-4B62-958A-3B2018B9AE6B}" type="pres">
      <dgm:prSet presAssocID="{AEE1C33F-69AD-4F9B-B2AE-153558CA1D12}" presName="compNode" presStyleCnt="0"/>
      <dgm:spPr/>
    </dgm:pt>
    <dgm:pt modelId="{154E3B70-4831-4F53-87CB-D04C3A3E5ACF}" type="pres">
      <dgm:prSet presAssocID="{AEE1C33F-69AD-4F9B-B2AE-153558CA1D12}" presName="bgRect" presStyleLbl="bgShp" presStyleIdx="3" presStyleCnt="4"/>
      <dgm:spPr/>
    </dgm:pt>
    <dgm:pt modelId="{E89DDE93-B682-4272-90F6-67F540BF42CD}" type="pres">
      <dgm:prSet presAssocID="{AEE1C33F-69AD-4F9B-B2AE-153558CA1D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rmir"/>
        </a:ext>
      </dgm:extLst>
    </dgm:pt>
    <dgm:pt modelId="{1BA13290-2F1E-4B17-BEA2-236756386AB6}" type="pres">
      <dgm:prSet presAssocID="{AEE1C33F-69AD-4F9B-B2AE-153558CA1D12}" presName="spaceRect" presStyleCnt="0"/>
      <dgm:spPr/>
    </dgm:pt>
    <dgm:pt modelId="{2B855129-C0CF-4131-B8A1-447D016A29D3}" type="pres">
      <dgm:prSet presAssocID="{AEE1C33F-69AD-4F9B-B2AE-153558CA1D1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1DE833D-B91A-4097-966F-8DA84CE38894}" type="presOf" srcId="{DEE2327D-D1FB-4475-ADFD-527E3D14F02D}" destId="{8C53BCEB-1321-4452-A855-B2533A7877CF}" srcOrd="0" destOrd="0" presId="urn:microsoft.com/office/officeart/2018/2/layout/IconVerticalSolidList"/>
    <dgm:cxn modelId="{4E80476F-2F78-4004-A05D-F95B58D0E585}" srcId="{CA9B7939-4888-4CFF-974B-DA78D2DA0B59}" destId="{E4B0689F-FBC3-4CF0-B517-236E8C3549BF}" srcOrd="0" destOrd="0" parTransId="{6C9A7B08-84C7-496D-AA86-DE81B06083BC}" sibTransId="{83320720-45A9-4958-AB4A-97BC64DA5BD6}"/>
    <dgm:cxn modelId="{085A8D72-FAAE-4B46-B81F-0FE4610358DD}" type="presOf" srcId="{AEE1C33F-69AD-4F9B-B2AE-153558CA1D12}" destId="{2B855129-C0CF-4131-B8A1-447D016A29D3}" srcOrd="0" destOrd="0" presId="urn:microsoft.com/office/officeart/2018/2/layout/IconVerticalSolidList"/>
    <dgm:cxn modelId="{3C947756-2B5B-4C42-A55D-2722C47D0EE5}" type="presOf" srcId="{E4B0689F-FBC3-4CF0-B517-236E8C3549BF}" destId="{E15B1F1F-D7BA-4AA8-9BB4-FC0747933447}" srcOrd="0" destOrd="0" presId="urn:microsoft.com/office/officeart/2018/2/layout/IconVerticalSolidList"/>
    <dgm:cxn modelId="{C4EC74B0-CE5A-4DA5-907A-0B78657EF460}" type="presOf" srcId="{79BA592F-F58C-4C46-AD4B-379C6A197687}" destId="{6C994C45-22E3-4DF6-9051-A3B2C693F93C}" srcOrd="0" destOrd="0" presId="urn:microsoft.com/office/officeart/2018/2/layout/IconVerticalSolidList"/>
    <dgm:cxn modelId="{9648F6BE-38BB-4D45-AE7A-B47FE7AE8F3F}" type="presOf" srcId="{CA9B7939-4888-4CFF-974B-DA78D2DA0B59}" destId="{01CB79AA-83E2-4AE4-ACBF-EA9DB7D8CDA0}" srcOrd="0" destOrd="0" presId="urn:microsoft.com/office/officeart/2018/2/layout/IconVerticalSolidList"/>
    <dgm:cxn modelId="{2D8F96C1-42DA-4426-8937-9E4707769C38}" srcId="{CA9B7939-4888-4CFF-974B-DA78D2DA0B59}" destId="{79BA592F-F58C-4C46-AD4B-379C6A197687}" srcOrd="2" destOrd="0" parTransId="{24BAAF38-F96E-40AA-8BD9-3ED556A82F54}" sibTransId="{63F703BD-EF56-456C-BF92-6630AF26194C}"/>
    <dgm:cxn modelId="{D86DBDC7-19F9-482F-9CA6-C13B2DFE2C20}" srcId="{CA9B7939-4888-4CFF-974B-DA78D2DA0B59}" destId="{DEE2327D-D1FB-4475-ADFD-527E3D14F02D}" srcOrd="1" destOrd="0" parTransId="{2AD634D4-4417-487A-BEFF-A2EDFF4F6BD3}" sibTransId="{30EB6792-7D32-4939-9B46-AEA435C98C79}"/>
    <dgm:cxn modelId="{A31889FE-B379-417C-954D-5C18337ED369}" srcId="{CA9B7939-4888-4CFF-974B-DA78D2DA0B59}" destId="{AEE1C33F-69AD-4F9B-B2AE-153558CA1D12}" srcOrd="3" destOrd="0" parTransId="{1576FD3D-0348-4144-AD0E-EC694C42493F}" sibTransId="{E9B6E5A3-BB21-4071-A3F8-DD70D54B0E2B}"/>
    <dgm:cxn modelId="{5441451A-7205-4CE7-8A97-C6E83D562268}" type="presParOf" srcId="{01CB79AA-83E2-4AE4-ACBF-EA9DB7D8CDA0}" destId="{2D851523-15F2-4C9E-AF4A-BE7D02290FE7}" srcOrd="0" destOrd="0" presId="urn:microsoft.com/office/officeart/2018/2/layout/IconVerticalSolidList"/>
    <dgm:cxn modelId="{D03B7DF4-2F1A-49D5-925E-4CB1FB327D3B}" type="presParOf" srcId="{2D851523-15F2-4C9E-AF4A-BE7D02290FE7}" destId="{8A08120A-23DE-481E-B4AF-E9CAFB72CC79}" srcOrd="0" destOrd="0" presId="urn:microsoft.com/office/officeart/2018/2/layout/IconVerticalSolidList"/>
    <dgm:cxn modelId="{8DB4CFFA-0ED2-4551-AB70-2B16C8907D70}" type="presParOf" srcId="{2D851523-15F2-4C9E-AF4A-BE7D02290FE7}" destId="{252AB126-A64D-462D-AABC-DBA064E896B2}" srcOrd="1" destOrd="0" presId="urn:microsoft.com/office/officeart/2018/2/layout/IconVerticalSolidList"/>
    <dgm:cxn modelId="{2AA402CE-9438-4F19-B232-A2A1138A528B}" type="presParOf" srcId="{2D851523-15F2-4C9E-AF4A-BE7D02290FE7}" destId="{432BB67D-B515-4B27-816A-681606FAA9A4}" srcOrd="2" destOrd="0" presId="urn:microsoft.com/office/officeart/2018/2/layout/IconVerticalSolidList"/>
    <dgm:cxn modelId="{F46C8E1A-37B1-47EE-B2BE-237AFF2B47DD}" type="presParOf" srcId="{2D851523-15F2-4C9E-AF4A-BE7D02290FE7}" destId="{E15B1F1F-D7BA-4AA8-9BB4-FC0747933447}" srcOrd="3" destOrd="0" presId="urn:microsoft.com/office/officeart/2018/2/layout/IconVerticalSolidList"/>
    <dgm:cxn modelId="{5DEA5FE4-677F-4CB7-9343-EE942308C940}" type="presParOf" srcId="{01CB79AA-83E2-4AE4-ACBF-EA9DB7D8CDA0}" destId="{0D92786B-E8B3-45AD-823B-BF154C114519}" srcOrd="1" destOrd="0" presId="urn:microsoft.com/office/officeart/2018/2/layout/IconVerticalSolidList"/>
    <dgm:cxn modelId="{44A5A2F1-E076-4199-8FA5-647206487020}" type="presParOf" srcId="{01CB79AA-83E2-4AE4-ACBF-EA9DB7D8CDA0}" destId="{E0B54310-CB79-4796-903D-1B5D19A97BD9}" srcOrd="2" destOrd="0" presId="urn:microsoft.com/office/officeart/2018/2/layout/IconVerticalSolidList"/>
    <dgm:cxn modelId="{226B836B-C809-41B3-969A-89825D235407}" type="presParOf" srcId="{E0B54310-CB79-4796-903D-1B5D19A97BD9}" destId="{D03FBB40-C442-4BA7-871D-A2D3B04DC966}" srcOrd="0" destOrd="0" presId="urn:microsoft.com/office/officeart/2018/2/layout/IconVerticalSolidList"/>
    <dgm:cxn modelId="{697A9672-AFDD-406D-A6F9-4ECAE1944019}" type="presParOf" srcId="{E0B54310-CB79-4796-903D-1B5D19A97BD9}" destId="{9E994E6D-C359-4BB2-8F00-CA7375E10D00}" srcOrd="1" destOrd="0" presId="urn:microsoft.com/office/officeart/2018/2/layout/IconVerticalSolidList"/>
    <dgm:cxn modelId="{B72CA748-6AA8-4573-B68B-5B0D1D5581EA}" type="presParOf" srcId="{E0B54310-CB79-4796-903D-1B5D19A97BD9}" destId="{5ED23EBA-686D-486D-A0C0-8B93DBFEC9EB}" srcOrd="2" destOrd="0" presId="urn:microsoft.com/office/officeart/2018/2/layout/IconVerticalSolidList"/>
    <dgm:cxn modelId="{5B730DA3-C7C7-43BA-969D-98322375D073}" type="presParOf" srcId="{E0B54310-CB79-4796-903D-1B5D19A97BD9}" destId="{8C53BCEB-1321-4452-A855-B2533A7877CF}" srcOrd="3" destOrd="0" presId="urn:microsoft.com/office/officeart/2018/2/layout/IconVerticalSolidList"/>
    <dgm:cxn modelId="{4E0D2D31-D820-4267-AEFC-BABE0B3372FA}" type="presParOf" srcId="{01CB79AA-83E2-4AE4-ACBF-EA9DB7D8CDA0}" destId="{D60E6953-3375-4D33-90E7-2CBEF29A09E0}" srcOrd="3" destOrd="0" presId="urn:microsoft.com/office/officeart/2018/2/layout/IconVerticalSolidList"/>
    <dgm:cxn modelId="{6DDB7ED6-E31B-49CE-9E46-FBE531DFF86C}" type="presParOf" srcId="{01CB79AA-83E2-4AE4-ACBF-EA9DB7D8CDA0}" destId="{E5E1139A-2992-4D71-BBF5-F326B9DB122B}" srcOrd="4" destOrd="0" presId="urn:microsoft.com/office/officeart/2018/2/layout/IconVerticalSolidList"/>
    <dgm:cxn modelId="{E7699653-4679-4C6D-8EF2-33F6B66183E2}" type="presParOf" srcId="{E5E1139A-2992-4D71-BBF5-F326B9DB122B}" destId="{5EEAEB12-E2C2-4F3A-8833-E21E8E473BF4}" srcOrd="0" destOrd="0" presId="urn:microsoft.com/office/officeart/2018/2/layout/IconVerticalSolidList"/>
    <dgm:cxn modelId="{C6AFAF0C-DD01-4B36-9F3C-9582C27956F0}" type="presParOf" srcId="{E5E1139A-2992-4D71-BBF5-F326B9DB122B}" destId="{CD1C456B-1C77-4DEA-9AB7-A084884A482C}" srcOrd="1" destOrd="0" presId="urn:microsoft.com/office/officeart/2018/2/layout/IconVerticalSolidList"/>
    <dgm:cxn modelId="{199A4FC1-5AF0-4FDA-B89A-E3548E5CFCD6}" type="presParOf" srcId="{E5E1139A-2992-4D71-BBF5-F326B9DB122B}" destId="{C2D7D048-EA8C-4D5D-A056-02140CC11578}" srcOrd="2" destOrd="0" presId="urn:microsoft.com/office/officeart/2018/2/layout/IconVerticalSolidList"/>
    <dgm:cxn modelId="{A0F338D7-65E8-42A4-9F4C-C18F0B37C5A5}" type="presParOf" srcId="{E5E1139A-2992-4D71-BBF5-F326B9DB122B}" destId="{6C994C45-22E3-4DF6-9051-A3B2C693F93C}" srcOrd="3" destOrd="0" presId="urn:microsoft.com/office/officeart/2018/2/layout/IconVerticalSolidList"/>
    <dgm:cxn modelId="{90E544FE-5F61-4463-9619-B28A7DE7DA5E}" type="presParOf" srcId="{01CB79AA-83E2-4AE4-ACBF-EA9DB7D8CDA0}" destId="{23CC4349-23B4-4250-BC3B-ED820485BA4B}" srcOrd="5" destOrd="0" presId="urn:microsoft.com/office/officeart/2018/2/layout/IconVerticalSolidList"/>
    <dgm:cxn modelId="{83FC1B88-D2D5-4AB6-ADE6-F18D883649B1}" type="presParOf" srcId="{01CB79AA-83E2-4AE4-ACBF-EA9DB7D8CDA0}" destId="{0C8E8FC0-82EA-4B62-958A-3B2018B9AE6B}" srcOrd="6" destOrd="0" presId="urn:microsoft.com/office/officeart/2018/2/layout/IconVerticalSolidList"/>
    <dgm:cxn modelId="{1D844EB0-45DD-451C-9D39-2BF1239FAA05}" type="presParOf" srcId="{0C8E8FC0-82EA-4B62-958A-3B2018B9AE6B}" destId="{154E3B70-4831-4F53-87CB-D04C3A3E5ACF}" srcOrd="0" destOrd="0" presId="urn:microsoft.com/office/officeart/2018/2/layout/IconVerticalSolidList"/>
    <dgm:cxn modelId="{681F01FD-319D-41A8-B968-05D7C43F94DB}" type="presParOf" srcId="{0C8E8FC0-82EA-4B62-958A-3B2018B9AE6B}" destId="{E89DDE93-B682-4272-90F6-67F540BF42CD}" srcOrd="1" destOrd="0" presId="urn:microsoft.com/office/officeart/2018/2/layout/IconVerticalSolidList"/>
    <dgm:cxn modelId="{8ED43B2B-8397-4D58-82BD-C599881C4AA3}" type="presParOf" srcId="{0C8E8FC0-82EA-4B62-958A-3B2018B9AE6B}" destId="{1BA13290-2F1E-4B17-BEA2-236756386AB6}" srcOrd="2" destOrd="0" presId="urn:microsoft.com/office/officeart/2018/2/layout/IconVerticalSolidList"/>
    <dgm:cxn modelId="{59CC4350-D345-4CD7-BF67-68C7AB6F3099}" type="presParOf" srcId="{0C8E8FC0-82EA-4B62-958A-3B2018B9AE6B}" destId="{2B855129-C0CF-4131-B8A1-447D016A29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7F145C6-1565-4560-8447-EA6AE070220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3974768-574C-4736-81E5-3DF9B0F57B3E}">
      <dgm:prSet/>
      <dgm:spPr/>
      <dgm:t>
        <a:bodyPr/>
        <a:lstStyle/>
        <a:p>
          <a:r>
            <a:rPr lang="en-US"/>
            <a:t>Abertura: pergunta-problema e coleta digital (15 min)</a:t>
          </a:r>
        </a:p>
      </dgm:t>
    </dgm:pt>
    <dgm:pt modelId="{2E7E8554-C5D5-4F52-9723-0E4A04719CEA}" type="parTrans" cxnId="{6278805E-49EE-424B-9947-1F18414834EC}">
      <dgm:prSet/>
      <dgm:spPr/>
      <dgm:t>
        <a:bodyPr/>
        <a:lstStyle/>
        <a:p>
          <a:endParaRPr lang="en-US"/>
        </a:p>
      </dgm:t>
    </dgm:pt>
    <dgm:pt modelId="{39A073DE-BA33-4939-AF86-53A112C6A4C1}" type="sibTrans" cxnId="{6278805E-49EE-424B-9947-1F18414834EC}">
      <dgm:prSet/>
      <dgm:spPr/>
      <dgm:t>
        <a:bodyPr/>
        <a:lstStyle/>
        <a:p>
          <a:endParaRPr lang="en-US"/>
        </a:p>
      </dgm:t>
    </dgm:pt>
    <dgm:pt modelId="{F20C2261-74F9-4703-ACE9-0EE2CA8F9475}">
      <dgm:prSet/>
      <dgm:spPr/>
      <dgm:t>
        <a:bodyPr/>
        <a:lstStyle/>
        <a:p>
          <a:r>
            <a:rPr lang="en-US"/>
            <a:t>Exposição dialogada e mapa conceitual (30 + 30 min)</a:t>
          </a:r>
        </a:p>
      </dgm:t>
    </dgm:pt>
    <dgm:pt modelId="{4A6F7DD9-4C74-4451-8B56-784F1444CD05}" type="parTrans" cxnId="{A6AD1931-AD58-4D86-8742-C3BCE7B7A24A}">
      <dgm:prSet/>
      <dgm:spPr/>
      <dgm:t>
        <a:bodyPr/>
        <a:lstStyle/>
        <a:p>
          <a:endParaRPr lang="en-US"/>
        </a:p>
      </dgm:t>
    </dgm:pt>
    <dgm:pt modelId="{C5C8A3A4-30FE-4D6E-A760-A583AA179AEC}" type="sibTrans" cxnId="{A6AD1931-AD58-4D86-8742-C3BCE7B7A24A}">
      <dgm:prSet/>
      <dgm:spPr/>
      <dgm:t>
        <a:bodyPr/>
        <a:lstStyle/>
        <a:p>
          <a:endParaRPr lang="en-US"/>
        </a:p>
      </dgm:t>
    </dgm:pt>
    <dgm:pt modelId="{4BC58C58-9001-47DA-8B85-C97EA28667C1}">
      <dgm:prSet/>
      <dgm:spPr/>
      <dgm:t>
        <a:bodyPr/>
        <a:lstStyle/>
        <a:p>
          <a:r>
            <a:rPr lang="en-US"/>
            <a:t>Atividade em grupos com IA para gerar exemplos (25 min)</a:t>
          </a:r>
        </a:p>
      </dgm:t>
    </dgm:pt>
    <dgm:pt modelId="{D1D61F06-5C03-4B98-A1CF-65B2FB087F89}" type="parTrans" cxnId="{42A8E59F-AF65-408C-A6D4-1C6C48EC566F}">
      <dgm:prSet/>
      <dgm:spPr/>
      <dgm:t>
        <a:bodyPr/>
        <a:lstStyle/>
        <a:p>
          <a:endParaRPr lang="en-US"/>
        </a:p>
      </dgm:t>
    </dgm:pt>
    <dgm:pt modelId="{A8C49F2D-F768-43EA-AF1E-DD56B3D2CE1D}" type="sibTrans" cxnId="{42A8E59F-AF65-408C-A6D4-1C6C48EC566F}">
      <dgm:prSet/>
      <dgm:spPr/>
      <dgm:t>
        <a:bodyPr/>
        <a:lstStyle/>
        <a:p>
          <a:endParaRPr lang="en-US"/>
        </a:p>
      </dgm:t>
    </dgm:pt>
    <dgm:pt modelId="{8426CBD4-3237-4929-AE06-29620DE5F6CF}">
      <dgm:prSet/>
      <dgm:spPr/>
      <dgm:t>
        <a:bodyPr/>
        <a:lstStyle/>
        <a:p>
          <a:r>
            <a:rPr lang="en-US"/>
            <a:t>Atividade prática: casos simulados (20–30 min)</a:t>
          </a:r>
        </a:p>
      </dgm:t>
    </dgm:pt>
    <dgm:pt modelId="{A80E9D97-D1C0-483E-A1F2-A89EED28DF10}" type="parTrans" cxnId="{62E16B5E-A964-4A90-AFDB-8AC7BE21EEF6}">
      <dgm:prSet/>
      <dgm:spPr/>
      <dgm:t>
        <a:bodyPr/>
        <a:lstStyle/>
        <a:p>
          <a:endParaRPr lang="en-US"/>
        </a:p>
      </dgm:t>
    </dgm:pt>
    <dgm:pt modelId="{F4B6FBF3-ECA0-4B44-8952-909818BA3ECC}" type="sibTrans" cxnId="{62E16B5E-A964-4A90-AFDB-8AC7BE21EEF6}">
      <dgm:prSet/>
      <dgm:spPr/>
      <dgm:t>
        <a:bodyPr/>
        <a:lstStyle/>
        <a:p>
          <a:endParaRPr lang="en-US"/>
        </a:p>
      </dgm:t>
    </dgm:pt>
    <dgm:pt modelId="{EE3B2065-A449-40B7-9E84-2673517115AB}" type="pres">
      <dgm:prSet presAssocID="{A7F145C6-1565-4560-8447-EA6AE0702203}" presName="root" presStyleCnt="0">
        <dgm:presLayoutVars>
          <dgm:dir/>
          <dgm:resizeHandles val="exact"/>
        </dgm:presLayoutVars>
      </dgm:prSet>
      <dgm:spPr/>
    </dgm:pt>
    <dgm:pt modelId="{3B280F9E-4BF9-4B3C-9D83-91233C746B59}" type="pres">
      <dgm:prSet presAssocID="{23974768-574C-4736-81E5-3DF9B0F57B3E}" presName="compNode" presStyleCnt="0"/>
      <dgm:spPr/>
    </dgm:pt>
    <dgm:pt modelId="{17510935-D484-47BE-8453-4C75708F3BAF}" type="pres">
      <dgm:prSet presAssocID="{23974768-574C-4736-81E5-3DF9B0F57B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A93AEFD0-98AE-4CDB-8136-0B3B032C7CEA}" type="pres">
      <dgm:prSet presAssocID="{23974768-574C-4736-81E5-3DF9B0F57B3E}" presName="spaceRect" presStyleCnt="0"/>
      <dgm:spPr/>
    </dgm:pt>
    <dgm:pt modelId="{E68DA968-B34E-4B4A-9B8A-25679D5B17A5}" type="pres">
      <dgm:prSet presAssocID="{23974768-574C-4736-81E5-3DF9B0F57B3E}" presName="textRect" presStyleLbl="revTx" presStyleIdx="0" presStyleCnt="4">
        <dgm:presLayoutVars>
          <dgm:chMax val="1"/>
          <dgm:chPref val="1"/>
        </dgm:presLayoutVars>
      </dgm:prSet>
      <dgm:spPr/>
    </dgm:pt>
    <dgm:pt modelId="{AF9B3036-5DC2-478A-B92D-2298CBBCAD52}" type="pres">
      <dgm:prSet presAssocID="{39A073DE-BA33-4939-AF86-53A112C6A4C1}" presName="sibTrans" presStyleCnt="0"/>
      <dgm:spPr/>
    </dgm:pt>
    <dgm:pt modelId="{8D985645-EDF6-496C-9AFF-0CE0603B043B}" type="pres">
      <dgm:prSet presAssocID="{F20C2261-74F9-4703-ACE9-0EE2CA8F9475}" presName="compNode" presStyleCnt="0"/>
      <dgm:spPr/>
    </dgm:pt>
    <dgm:pt modelId="{860629AA-5615-425D-A715-056A9DB3876E}" type="pres">
      <dgm:prSet presAssocID="{F20C2261-74F9-4703-ACE9-0EE2CA8F947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EA1CE4D0-6732-4229-9789-071C3D811344}" type="pres">
      <dgm:prSet presAssocID="{F20C2261-74F9-4703-ACE9-0EE2CA8F9475}" presName="spaceRect" presStyleCnt="0"/>
      <dgm:spPr/>
    </dgm:pt>
    <dgm:pt modelId="{A6081F68-46B4-4D18-B7F3-5F13B8366616}" type="pres">
      <dgm:prSet presAssocID="{F20C2261-74F9-4703-ACE9-0EE2CA8F9475}" presName="textRect" presStyleLbl="revTx" presStyleIdx="1" presStyleCnt="4">
        <dgm:presLayoutVars>
          <dgm:chMax val="1"/>
          <dgm:chPref val="1"/>
        </dgm:presLayoutVars>
      </dgm:prSet>
      <dgm:spPr/>
    </dgm:pt>
    <dgm:pt modelId="{1040CE5D-FF34-4146-AF49-E45442AD7F1F}" type="pres">
      <dgm:prSet presAssocID="{C5C8A3A4-30FE-4D6E-A760-A583AA179AEC}" presName="sibTrans" presStyleCnt="0"/>
      <dgm:spPr/>
    </dgm:pt>
    <dgm:pt modelId="{963924B0-C342-4B16-9C96-2A1FE04A40DF}" type="pres">
      <dgm:prSet presAssocID="{4BC58C58-9001-47DA-8B85-C97EA28667C1}" presName="compNode" presStyleCnt="0"/>
      <dgm:spPr/>
    </dgm:pt>
    <dgm:pt modelId="{E2A44310-C942-4A9B-89F8-9400153243D6}" type="pres">
      <dgm:prSet presAssocID="{4BC58C58-9001-47DA-8B85-C97EA28667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82D26908-5C0E-4F99-B8E4-B8EB2994154D}" type="pres">
      <dgm:prSet presAssocID="{4BC58C58-9001-47DA-8B85-C97EA28667C1}" presName="spaceRect" presStyleCnt="0"/>
      <dgm:spPr/>
    </dgm:pt>
    <dgm:pt modelId="{41894D4C-F771-4EE4-A2D8-48B3E997290A}" type="pres">
      <dgm:prSet presAssocID="{4BC58C58-9001-47DA-8B85-C97EA28667C1}" presName="textRect" presStyleLbl="revTx" presStyleIdx="2" presStyleCnt="4">
        <dgm:presLayoutVars>
          <dgm:chMax val="1"/>
          <dgm:chPref val="1"/>
        </dgm:presLayoutVars>
      </dgm:prSet>
      <dgm:spPr/>
    </dgm:pt>
    <dgm:pt modelId="{80A30524-3023-4919-BBB1-683DF4DA1114}" type="pres">
      <dgm:prSet presAssocID="{A8C49F2D-F768-43EA-AF1E-DD56B3D2CE1D}" presName="sibTrans" presStyleCnt="0"/>
      <dgm:spPr/>
    </dgm:pt>
    <dgm:pt modelId="{8D5D5F72-CAE3-4B04-9143-E33FA379B680}" type="pres">
      <dgm:prSet presAssocID="{8426CBD4-3237-4929-AE06-29620DE5F6CF}" presName="compNode" presStyleCnt="0"/>
      <dgm:spPr/>
    </dgm:pt>
    <dgm:pt modelId="{5E473258-8A42-4542-BF75-3B78652E6D43}" type="pres">
      <dgm:prSet presAssocID="{8426CBD4-3237-4929-AE06-29620DE5F6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DC8A7B86-7794-4503-B797-F5F3EBDD331F}" type="pres">
      <dgm:prSet presAssocID="{8426CBD4-3237-4929-AE06-29620DE5F6CF}" presName="spaceRect" presStyleCnt="0"/>
      <dgm:spPr/>
    </dgm:pt>
    <dgm:pt modelId="{4DE6FC54-244E-4CF2-B0FD-B0E930F40E90}" type="pres">
      <dgm:prSet presAssocID="{8426CBD4-3237-4929-AE06-29620DE5F6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1A16805-640F-40FC-B28D-5124CA42B7F1}" type="presOf" srcId="{A7F145C6-1565-4560-8447-EA6AE0702203}" destId="{EE3B2065-A449-40B7-9E84-2673517115AB}" srcOrd="0" destOrd="0" presId="urn:microsoft.com/office/officeart/2018/2/layout/IconLabelList"/>
    <dgm:cxn modelId="{A6AD1931-AD58-4D86-8742-C3BCE7B7A24A}" srcId="{A7F145C6-1565-4560-8447-EA6AE0702203}" destId="{F20C2261-74F9-4703-ACE9-0EE2CA8F9475}" srcOrd="1" destOrd="0" parTransId="{4A6F7DD9-4C74-4451-8B56-784F1444CD05}" sibTransId="{C5C8A3A4-30FE-4D6E-A760-A583AA179AEC}"/>
    <dgm:cxn modelId="{FDA4B03B-3C83-4450-B894-398B2F17D496}" type="presOf" srcId="{23974768-574C-4736-81E5-3DF9B0F57B3E}" destId="{E68DA968-B34E-4B4A-9B8A-25679D5B17A5}" srcOrd="0" destOrd="0" presId="urn:microsoft.com/office/officeart/2018/2/layout/IconLabelList"/>
    <dgm:cxn modelId="{62E16B5E-A964-4A90-AFDB-8AC7BE21EEF6}" srcId="{A7F145C6-1565-4560-8447-EA6AE0702203}" destId="{8426CBD4-3237-4929-AE06-29620DE5F6CF}" srcOrd="3" destOrd="0" parTransId="{A80E9D97-D1C0-483E-A1F2-A89EED28DF10}" sibTransId="{F4B6FBF3-ECA0-4B44-8952-909818BA3ECC}"/>
    <dgm:cxn modelId="{6278805E-49EE-424B-9947-1F18414834EC}" srcId="{A7F145C6-1565-4560-8447-EA6AE0702203}" destId="{23974768-574C-4736-81E5-3DF9B0F57B3E}" srcOrd="0" destOrd="0" parTransId="{2E7E8554-C5D5-4F52-9723-0E4A04719CEA}" sibTransId="{39A073DE-BA33-4939-AF86-53A112C6A4C1}"/>
    <dgm:cxn modelId="{83D94A5A-C9E8-49E3-9EBD-C687390F7A3B}" type="presOf" srcId="{8426CBD4-3237-4929-AE06-29620DE5F6CF}" destId="{4DE6FC54-244E-4CF2-B0FD-B0E930F40E90}" srcOrd="0" destOrd="0" presId="urn:microsoft.com/office/officeart/2018/2/layout/IconLabelList"/>
    <dgm:cxn modelId="{FF2BE68C-ABA6-4FFB-9141-A0C88310EF63}" type="presOf" srcId="{4BC58C58-9001-47DA-8B85-C97EA28667C1}" destId="{41894D4C-F771-4EE4-A2D8-48B3E997290A}" srcOrd="0" destOrd="0" presId="urn:microsoft.com/office/officeart/2018/2/layout/IconLabelList"/>
    <dgm:cxn modelId="{42A8E59F-AF65-408C-A6D4-1C6C48EC566F}" srcId="{A7F145C6-1565-4560-8447-EA6AE0702203}" destId="{4BC58C58-9001-47DA-8B85-C97EA28667C1}" srcOrd="2" destOrd="0" parTransId="{D1D61F06-5C03-4B98-A1CF-65B2FB087F89}" sibTransId="{A8C49F2D-F768-43EA-AF1E-DD56B3D2CE1D}"/>
    <dgm:cxn modelId="{F77C8CF5-37CE-490A-A12E-5F6B14B2F666}" type="presOf" srcId="{F20C2261-74F9-4703-ACE9-0EE2CA8F9475}" destId="{A6081F68-46B4-4D18-B7F3-5F13B8366616}" srcOrd="0" destOrd="0" presId="urn:microsoft.com/office/officeart/2018/2/layout/IconLabelList"/>
    <dgm:cxn modelId="{27A1CE98-2B0B-43C9-9F1F-3B8525B02562}" type="presParOf" srcId="{EE3B2065-A449-40B7-9E84-2673517115AB}" destId="{3B280F9E-4BF9-4B3C-9D83-91233C746B59}" srcOrd="0" destOrd="0" presId="urn:microsoft.com/office/officeart/2018/2/layout/IconLabelList"/>
    <dgm:cxn modelId="{57CC2676-BE70-4021-A2E1-7C2A4B32A910}" type="presParOf" srcId="{3B280F9E-4BF9-4B3C-9D83-91233C746B59}" destId="{17510935-D484-47BE-8453-4C75708F3BAF}" srcOrd="0" destOrd="0" presId="urn:microsoft.com/office/officeart/2018/2/layout/IconLabelList"/>
    <dgm:cxn modelId="{5BB863A0-6D73-49CA-88FC-3EB3E526774B}" type="presParOf" srcId="{3B280F9E-4BF9-4B3C-9D83-91233C746B59}" destId="{A93AEFD0-98AE-4CDB-8136-0B3B032C7CEA}" srcOrd="1" destOrd="0" presId="urn:microsoft.com/office/officeart/2018/2/layout/IconLabelList"/>
    <dgm:cxn modelId="{5BF2C27F-B9DF-4768-B8AE-FB79B362FAD0}" type="presParOf" srcId="{3B280F9E-4BF9-4B3C-9D83-91233C746B59}" destId="{E68DA968-B34E-4B4A-9B8A-25679D5B17A5}" srcOrd="2" destOrd="0" presId="urn:microsoft.com/office/officeart/2018/2/layout/IconLabelList"/>
    <dgm:cxn modelId="{D88405E1-4A6B-4AD4-8EA3-3DDD885D3DDB}" type="presParOf" srcId="{EE3B2065-A449-40B7-9E84-2673517115AB}" destId="{AF9B3036-5DC2-478A-B92D-2298CBBCAD52}" srcOrd="1" destOrd="0" presId="urn:microsoft.com/office/officeart/2018/2/layout/IconLabelList"/>
    <dgm:cxn modelId="{2584F5A1-4E0E-4C99-A20D-D925A8CA55BD}" type="presParOf" srcId="{EE3B2065-A449-40B7-9E84-2673517115AB}" destId="{8D985645-EDF6-496C-9AFF-0CE0603B043B}" srcOrd="2" destOrd="0" presId="urn:microsoft.com/office/officeart/2018/2/layout/IconLabelList"/>
    <dgm:cxn modelId="{5AA486EB-8E96-424E-8C09-EA57C74EB94B}" type="presParOf" srcId="{8D985645-EDF6-496C-9AFF-0CE0603B043B}" destId="{860629AA-5615-425D-A715-056A9DB3876E}" srcOrd="0" destOrd="0" presId="urn:microsoft.com/office/officeart/2018/2/layout/IconLabelList"/>
    <dgm:cxn modelId="{6F995A7B-F065-4146-A46C-0DB2796FA1EB}" type="presParOf" srcId="{8D985645-EDF6-496C-9AFF-0CE0603B043B}" destId="{EA1CE4D0-6732-4229-9789-071C3D811344}" srcOrd="1" destOrd="0" presId="urn:microsoft.com/office/officeart/2018/2/layout/IconLabelList"/>
    <dgm:cxn modelId="{B9131395-7636-4A6C-8A1E-D6F577594C68}" type="presParOf" srcId="{8D985645-EDF6-496C-9AFF-0CE0603B043B}" destId="{A6081F68-46B4-4D18-B7F3-5F13B8366616}" srcOrd="2" destOrd="0" presId="urn:microsoft.com/office/officeart/2018/2/layout/IconLabelList"/>
    <dgm:cxn modelId="{4D2E519C-F73F-4CA2-BAE4-FFD83C8ADD2A}" type="presParOf" srcId="{EE3B2065-A449-40B7-9E84-2673517115AB}" destId="{1040CE5D-FF34-4146-AF49-E45442AD7F1F}" srcOrd="3" destOrd="0" presId="urn:microsoft.com/office/officeart/2018/2/layout/IconLabelList"/>
    <dgm:cxn modelId="{C664531B-BF40-47A5-BB43-85982817F976}" type="presParOf" srcId="{EE3B2065-A449-40B7-9E84-2673517115AB}" destId="{963924B0-C342-4B16-9C96-2A1FE04A40DF}" srcOrd="4" destOrd="0" presId="urn:microsoft.com/office/officeart/2018/2/layout/IconLabelList"/>
    <dgm:cxn modelId="{131648D6-4F3B-46B1-B049-BE5B743ECC48}" type="presParOf" srcId="{963924B0-C342-4B16-9C96-2A1FE04A40DF}" destId="{E2A44310-C942-4A9B-89F8-9400153243D6}" srcOrd="0" destOrd="0" presId="urn:microsoft.com/office/officeart/2018/2/layout/IconLabelList"/>
    <dgm:cxn modelId="{D50732C7-575F-4E99-A436-45BF1AC4EB73}" type="presParOf" srcId="{963924B0-C342-4B16-9C96-2A1FE04A40DF}" destId="{82D26908-5C0E-4F99-B8E4-B8EB2994154D}" srcOrd="1" destOrd="0" presId="urn:microsoft.com/office/officeart/2018/2/layout/IconLabelList"/>
    <dgm:cxn modelId="{87D1DC55-D149-4120-84C5-318930750E63}" type="presParOf" srcId="{963924B0-C342-4B16-9C96-2A1FE04A40DF}" destId="{41894D4C-F771-4EE4-A2D8-48B3E997290A}" srcOrd="2" destOrd="0" presId="urn:microsoft.com/office/officeart/2018/2/layout/IconLabelList"/>
    <dgm:cxn modelId="{B64EAB75-29AA-4399-BEA4-850930A11917}" type="presParOf" srcId="{EE3B2065-A449-40B7-9E84-2673517115AB}" destId="{80A30524-3023-4919-BBB1-683DF4DA1114}" srcOrd="5" destOrd="0" presId="urn:microsoft.com/office/officeart/2018/2/layout/IconLabelList"/>
    <dgm:cxn modelId="{2D006F3F-23C2-4ACD-8F8E-A26BED5574E4}" type="presParOf" srcId="{EE3B2065-A449-40B7-9E84-2673517115AB}" destId="{8D5D5F72-CAE3-4B04-9143-E33FA379B680}" srcOrd="6" destOrd="0" presId="urn:microsoft.com/office/officeart/2018/2/layout/IconLabelList"/>
    <dgm:cxn modelId="{4012674C-FBA5-4578-A51A-56AAB4C136B3}" type="presParOf" srcId="{8D5D5F72-CAE3-4B04-9143-E33FA379B680}" destId="{5E473258-8A42-4542-BF75-3B78652E6D43}" srcOrd="0" destOrd="0" presId="urn:microsoft.com/office/officeart/2018/2/layout/IconLabelList"/>
    <dgm:cxn modelId="{2EF9488F-8993-4F6A-AC5A-1C456244B1F2}" type="presParOf" srcId="{8D5D5F72-CAE3-4B04-9143-E33FA379B680}" destId="{DC8A7B86-7794-4503-B797-F5F3EBDD331F}" srcOrd="1" destOrd="0" presId="urn:microsoft.com/office/officeart/2018/2/layout/IconLabelList"/>
    <dgm:cxn modelId="{825E2FE0-DFFE-46CB-8B88-567C3AD0D30F}" type="presParOf" srcId="{8D5D5F72-CAE3-4B04-9143-E33FA379B680}" destId="{4DE6FC54-244E-4CF2-B0FD-B0E930F40E9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4E34787-22A5-4543-A894-0A2E7BCF4B0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86A4A2E-3C2B-4941-9FD4-6F2225BC7359}">
      <dgm:prSet/>
      <dgm:spPr/>
      <dgm:t>
        <a:bodyPr/>
        <a:lstStyle/>
        <a:p>
          <a:r>
            <a:rPr lang="en-US"/>
            <a:t>Perfil A: linguagem simplificada, recursos visuais, tempo adicional</a:t>
          </a:r>
        </a:p>
      </dgm:t>
    </dgm:pt>
    <dgm:pt modelId="{5038EEDA-F42D-4A56-92E4-C12ABEF2D4C1}" type="parTrans" cxnId="{4A203B77-D3B5-436B-9772-568B76F875CD}">
      <dgm:prSet/>
      <dgm:spPr/>
      <dgm:t>
        <a:bodyPr/>
        <a:lstStyle/>
        <a:p>
          <a:endParaRPr lang="en-US"/>
        </a:p>
      </dgm:t>
    </dgm:pt>
    <dgm:pt modelId="{E8F31474-BEFC-4636-8404-AB166AE5F548}" type="sibTrans" cxnId="{4A203B77-D3B5-436B-9772-568B76F875CD}">
      <dgm:prSet/>
      <dgm:spPr/>
      <dgm:t>
        <a:bodyPr/>
        <a:lstStyle/>
        <a:p>
          <a:endParaRPr lang="en-US"/>
        </a:p>
      </dgm:t>
    </dgm:pt>
    <dgm:pt modelId="{E9C195D9-BA7D-4061-A7E7-77658170877D}">
      <dgm:prSet/>
      <dgm:spPr/>
      <dgm:t>
        <a:bodyPr/>
        <a:lstStyle/>
        <a:p>
          <a:r>
            <a:rPr lang="en-US"/>
            <a:t>Perfil B: textos doutrinários, casos complexos, desafios</a:t>
          </a:r>
        </a:p>
      </dgm:t>
    </dgm:pt>
    <dgm:pt modelId="{9D5E281E-1D4A-4F94-B93D-F54B43BB3F2F}" type="parTrans" cxnId="{F3D07348-0405-4858-B3B1-5934A9884F6E}">
      <dgm:prSet/>
      <dgm:spPr/>
      <dgm:t>
        <a:bodyPr/>
        <a:lstStyle/>
        <a:p>
          <a:endParaRPr lang="en-US"/>
        </a:p>
      </dgm:t>
    </dgm:pt>
    <dgm:pt modelId="{C5FE6AE7-0A46-4E93-8B3B-EEA551572075}" type="sibTrans" cxnId="{F3D07348-0405-4858-B3B1-5934A9884F6E}">
      <dgm:prSet/>
      <dgm:spPr/>
      <dgm:t>
        <a:bodyPr/>
        <a:lstStyle/>
        <a:p>
          <a:endParaRPr lang="en-US"/>
        </a:p>
      </dgm:t>
    </dgm:pt>
    <dgm:pt modelId="{82D4FE2E-BC10-4BCE-A971-CF98EB2EFA1C}">
      <dgm:prSet/>
      <dgm:spPr/>
      <dgm:t>
        <a:bodyPr/>
        <a:lstStyle/>
        <a:p>
          <a:r>
            <a:rPr lang="en-US"/>
            <a:t>Considerações finais e leituras recomendadas</a:t>
          </a:r>
        </a:p>
      </dgm:t>
    </dgm:pt>
    <dgm:pt modelId="{06363D41-0AFD-4025-B75B-3B99B2E07AC1}" type="parTrans" cxnId="{1DFE0383-9ECC-4B2E-B8E3-4B92E6888E48}">
      <dgm:prSet/>
      <dgm:spPr/>
      <dgm:t>
        <a:bodyPr/>
        <a:lstStyle/>
        <a:p>
          <a:endParaRPr lang="en-US"/>
        </a:p>
      </dgm:t>
    </dgm:pt>
    <dgm:pt modelId="{639A4490-1373-44FD-A562-FE57071971AC}" type="sibTrans" cxnId="{1DFE0383-9ECC-4B2E-B8E3-4B92E6888E48}">
      <dgm:prSet/>
      <dgm:spPr/>
      <dgm:t>
        <a:bodyPr/>
        <a:lstStyle/>
        <a:p>
          <a:endParaRPr lang="en-US"/>
        </a:p>
      </dgm:t>
    </dgm:pt>
    <dgm:pt modelId="{FACEF954-76AA-481A-9977-FA795D7598D7}" type="pres">
      <dgm:prSet presAssocID="{E4E34787-22A5-4543-A894-0A2E7BCF4B04}" presName="root" presStyleCnt="0">
        <dgm:presLayoutVars>
          <dgm:dir/>
          <dgm:resizeHandles val="exact"/>
        </dgm:presLayoutVars>
      </dgm:prSet>
      <dgm:spPr/>
    </dgm:pt>
    <dgm:pt modelId="{3479BF9F-C3F6-4848-90FF-68B1B9C6D4C7}" type="pres">
      <dgm:prSet presAssocID="{E4E34787-22A5-4543-A894-0A2E7BCF4B04}" presName="container" presStyleCnt="0">
        <dgm:presLayoutVars>
          <dgm:dir/>
          <dgm:resizeHandles val="exact"/>
        </dgm:presLayoutVars>
      </dgm:prSet>
      <dgm:spPr/>
    </dgm:pt>
    <dgm:pt modelId="{FE070090-9737-458D-83AD-FE0A62CAFBE3}" type="pres">
      <dgm:prSet presAssocID="{686A4A2E-3C2B-4941-9FD4-6F2225BC7359}" presName="compNode" presStyleCnt="0"/>
      <dgm:spPr/>
    </dgm:pt>
    <dgm:pt modelId="{EC451396-6C98-427A-9D56-B49A70F5875D}" type="pres">
      <dgm:prSet presAssocID="{686A4A2E-3C2B-4941-9FD4-6F2225BC7359}" presName="iconBgRect" presStyleLbl="bgShp" presStyleIdx="0" presStyleCnt="3"/>
      <dgm:spPr/>
    </dgm:pt>
    <dgm:pt modelId="{62C09BCB-2231-4268-A6A0-DADA77E184B1}" type="pres">
      <dgm:prSet presAssocID="{686A4A2E-3C2B-4941-9FD4-6F2225BC73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"/>
        </a:ext>
      </dgm:extLst>
    </dgm:pt>
    <dgm:pt modelId="{3B877BF9-6C73-4D4F-B9BA-AB2B48BCB71B}" type="pres">
      <dgm:prSet presAssocID="{686A4A2E-3C2B-4941-9FD4-6F2225BC7359}" presName="spaceRect" presStyleCnt="0"/>
      <dgm:spPr/>
    </dgm:pt>
    <dgm:pt modelId="{12BAA875-3FF2-4745-BCB0-DF1D564E2B21}" type="pres">
      <dgm:prSet presAssocID="{686A4A2E-3C2B-4941-9FD4-6F2225BC7359}" presName="textRect" presStyleLbl="revTx" presStyleIdx="0" presStyleCnt="3">
        <dgm:presLayoutVars>
          <dgm:chMax val="1"/>
          <dgm:chPref val="1"/>
        </dgm:presLayoutVars>
      </dgm:prSet>
      <dgm:spPr/>
    </dgm:pt>
    <dgm:pt modelId="{DE35C2D0-1BED-47D3-9A85-A5C302035556}" type="pres">
      <dgm:prSet presAssocID="{E8F31474-BEFC-4636-8404-AB166AE5F548}" presName="sibTrans" presStyleLbl="sibTrans2D1" presStyleIdx="0" presStyleCnt="0"/>
      <dgm:spPr/>
    </dgm:pt>
    <dgm:pt modelId="{D4A037C6-35A4-4ED5-BAEC-344AFD49D837}" type="pres">
      <dgm:prSet presAssocID="{E9C195D9-BA7D-4061-A7E7-77658170877D}" presName="compNode" presStyleCnt="0"/>
      <dgm:spPr/>
    </dgm:pt>
    <dgm:pt modelId="{2433912D-894B-46A2-A08F-128042E04966}" type="pres">
      <dgm:prSet presAssocID="{E9C195D9-BA7D-4061-A7E7-77658170877D}" presName="iconBgRect" presStyleLbl="bgShp" presStyleIdx="1" presStyleCnt="3"/>
      <dgm:spPr/>
    </dgm:pt>
    <dgm:pt modelId="{8E39EACD-1183-4B78-854B-2C28F98005DD}" type="pres">
      <dgm:prSet presAssocID="{E9C195D9-BA7D-4061-A7E7-7765817087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1FE76597-65C3-4639-AED9-CE0666A004AA}" type="pres">
      <dgm:prSet presAssocID="{E9C195D9-BA7D-4061-A7E7-77658170877D}" presName="spaceRect" presStyleCnt="0"/>
      <dgm:spPr/>
    </dgm:pt>
    <dgm:pt modelId="{4BC683B5-BDCA-4E86-8F0C-2A6F5883C702}" type="pres">
      <dgm:prSet presAssocID="{E9C195D9-BA7D-4061-A7E7-77658170877D}" presName="textRect" presStyleLbl="revTx" presStyleIdx="1" presStyleCnt="3">
        <dgm:presLayoutVars>
          <dgm:chMax val="1"/>
          <dgm:chPref val="1"/>
        </dgm:presLayoutVars>
      </dgm:prSet>
      <dgm:spPr/>
    </dgm:pt>
    <dgm:pt modelId="{D13F7878-FC42-44B9-A9D1-A12EC42B3CFE}" type="pres">
      <dgm:prSet presAssocID="{C5FE6AE7-0A46-4E93-8B3B-EEA551572075}" presName="sibTrans" presStyleLbl="sibTrans2D1" presStyleIdx="0" presStyleCnt="0"/>
      <dgm:spPr/>
    </dgm:pt>
    <dgm:pt modelId="{D532C0E9-7AE7-48B3-BC87-8747EE2B8973}" type="pres">
      <dgm:prSet presAssocID="{82D4FE2E-BC10-4BCE-A971-CF98EB2EFA1C}" presName="compNode" presStyleCnt="0"/>
      <dgm:spPr/>
    </dgm:pt>
    <dgm:pt modelId="{94DD3D13-68ED-44C9-A954-6BDB0F1A6AF6}" type="pres">
      <dgm:prSet presAssocID="{82D4FE2E-BC10-4BCE-A971-CF98EB2EFA1C}" presName="iconBgRect" presStyleLbl="bgShp" presStyleIdx="2" presStyleCnt="3"/>
      <dgm:spPr/>
    </dgm:pt>
    <dgm:pt modelId="{825B8954-8DF7-462E-B32C-B60A50044A1C}" type="pres">
      <dgm:prSet presAssocID="{82D4FE2E-BC10-4BCE-A971-CF98EB2EFA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EF11ADF7-215A-465B-A688-AC4456B7EE8D}" type="pres">
      <dgm:prSet presAssocID="{82D4FE2E-BC10-4BCE-A971-CF98EB2EFA1C}" presName="spaceRect" presStyleCnt="0"/>
      <dgm:spPr/>
    </dgm:pt>
    <dgm:pt modelId="{81273BD5-421B-4592-B2B2-44125E17DB5F}" type="pres">
      <dgm:prSet presAssocID="{82D4FE2E-BC10-4BCE-A971-CF98EB2EFA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487BD1A-752B-4417-A29B-19891A2C7A9B}" type="presOf" srcId="{E9C195D9-BA7D-4061-A7E7-77658170877D}" destId="{4BC683B5-BDCA-4E86-8F0C-2A6F5883C702}" srcOrd="0" destOrd="0" presId="urn:microsoft.com/office/officeart/2018/2/layout/IconCircleList"/>
    <dgm:cxn modelId="{FB3CE11C-869B-47CD-8C6E-F7E727106D9D}" type="presOf" srcId="{82D4FE2E-BC10-4BCE-A971-CF98EB2EFA1C}" destId="{81273BD5-421B-4592-B2B2-44125E17DB5F}" srcOrd="0" destOrd="0" presId="urn:microsoft.com/office/officeart/2018/2/layout/IconCircleList"/>
    <dgm:cxn modelId="{F3D07348-0405-4858-B3B1-5934A9884F6E}" srcId="{E4E34787-22A5-4543-A894-0A2E7BCF4B04}" destId="{E9C195D9-BA7D-4061-A7E7-77658170877D}" srcOrd="1" destOrd="0" parTransId="{9D5E281E-1D4A-4F94-B93D-F54B43BB3F2F}" sibTransId="{C5FE6AE7-0A46-4E93-8B3B-EEA551572075}"/>
    <dgm:cxn modelId="{4A203B77-D3B5-436B-9772-568B76F875CD}" srcId="{E4E34787-22A5-4543-A894-0A2E7BCF4B04}" destId="{686A4A2E-3C2B-4941-9FD4-6F2225BC7359}" srcOrd="0" destOrd="0" parTransId="{5038EEDA-F42D-4A56-92E4-C12ABEF2D4C1}" sibTransId="{E8F31474-BEFC-4636-8404-AB166AE5F548}"/>
    <dgm:cxn modelId="{81BB7780-21D2-4C45-8205-179B4A4DDEB6}" type="presOf" srcId="{E4E34787-22A5-4543-A894-0A2E7BCF4B04}" destId="{FACEF954-76AA-481A-9977-FA795D7598D7}" srcOrd="0" destOrd="0" presId="urn:microsoft.com/office/officeart/2018/2/layout/IconCircleList"/>
    <dgm:cxn modelId="{1DFE0383-9ECC-4B2E-B8E3-4B92E6888E48}" srcId="{E4E34787-22A5-4543-A894-0A2E7BCF4B04}" destId="{82D4FE2E-BC10-4BCE-A971-CF98EB2EFA1C}" srcOrd="2" destOrd="0" parTransId="{06363D41-0AFD-4025-B75B-3B99B2E07AC1}" sibTransId="{639A4490-1373-44FD-A562-FE57071971AC}"/>
    <dgm:cxn modelId="{40680AD4-5663-4CD0-9C4F-9009D2363CFA}" type="presOf" srcId="{686A4A2E-3C2B-4941-9FD4-6F2225BC7359}" destId="{12BAA875-3FF2-4745-BCB0-DF1D564E2B21}" srcOrd="0" destOrd="0" presId="urn:microsoft.com/office/officeart/2018/2/layout/IconCircleList"/>
    <dgm:cxn modelId="{9EC49DD7-55BF-4721-87A2-EEB07A3794C8}" type="presOf" srcId="{C5FE6AE7-0A46-4E93-8B3B-EEA551572075}" destId="{D13F7878-FC42-44B9-A9D1-A12EC42B3CFE}" srcOrd="0" destOrd="0" presId="urn:microsoft.com/office/officeart/2018/2/layout/IconCircleList"/>
    <dgm:cxn modelId="{5FA651FB-CF82-4C65-A4F8-62775344A6BD}" type="presOf" srcId="{E8F31474-BEFC-4636-8404-AB166AE5F548}" destId="{DE35C2D0-1BED-47D3-9A85-A5C302035556}" srcOrd="0" destOrd="0" presId="urn:microsoft.com/office/officeart/2018/2/layout/IconCircleList"/>
    <dgm:cxn modelId="{8B7B0AC4-9C77-40A9-B871-1347D0C8F522}" type="presParOf" srcId="{FACEF954-76AA-481A-9977-FA795D7598D7}" destId="{3479BF9F-C3F6-4848-90FF-68B1B9C6D4C7}" srcOrd="0" destOrd="0" presId="urn:microsoft.com/office/officeart/2018/2/layout/IconCircleList"/>
    <dgm:cxn modelId="{DA856DA1-E319-4544-85EB-B616F476B82A}" type="presParOf" srcId="{3479BF9F-C3F6-4848-90FF-68B1B9C6D4C7}" destId="{FE070090-9737-458D-83AD-FE0A62CAFBE3}" srcOrd="0" destOrd="0" presId="urn:microsoft.com/office/officeart/2018/2/layout/IconCircleList"/>
    <dgm:cxn modelId="{1B94B09D-96D0-4C86-AE1D-BEAA0F664E08}" type="presParOf" srcId="{FE070090-9737-458D-83AD-FE0A62CAFBE3}" destId="{EC451396-6C98-427A-9D56-B49A70F5875D}" srcOrd="0" destOrd="0" presId="urn:microsoft.com/office/officeart/2018/2/layout/IconCircleList"/>
    <dgm:cxn modelId="{F5BFE3EA-8069-42CB-B521-A321D1FB04AC}" type="presParOf" srcId="{FE070090-9737-458D-83AD-FE0A62CAFBE3}" destId="{62C09BCB-2231-4268-A6A0-DADA77E184B1}" srcOrd="1" destOrd="0" presId="urn:microsoft.com/office/officeart/2018/2/layout/IconCircleList"/>
    <dgm:cxn modelId="{A75DBE23-0496-45DA-B21D-E952E1030208}" type="presParOf" srcId="{FE070090-9737-458D-83AD-FE0A62CAFBE3}" destId="{3B877BF9-6C73-4D4F-B9BA-AB2B48BCB71B}" srcOrd="2" destOrd="0" presId="urn:microsoft.com/office/officeart/2018/2/layout/IconCircleList"/>
    <dgm:cxn modelId="{5BCFA781-7023-4DFB-890E-7D5B8C686980}" type="presParOf" srcId="{FE070090-9737-458D-83AD-FE0A62CAFBE3}" destId="{12BAA875-3FF2-4745-BCB0-DF1D564E2B21}" srcOrd="3" destOrd="0" presId="urn:microsoft.com/office/officeart/2018/2/layout/IconCircleList"/>
    <dgm:cxn modelId="{AAC243BF-9E1D-45CF-A3CE-354A457CA4FA}" type="presParOf" srcId="{3479BF9F-C3F6-4848-90FF-68B1B9C6D4C7}" destId="{DE35C2D0-1BED-47D3-9A85-A5C302035556}" srcOrd="1" destOrd="0" presId="urn:microsoft.com/office/officeart/2018/2/layout/IconCircleList"/>
    <dgm:cxn modelId="{E21422FE-C3C7-4B00-93E8-51A96E5DD665}" type="presParOf" srcId="{3479BF9F-C3F6-4848-90FF-68B1B9C6D4C7}" destId="{D4A037C6-35A4-4ED5-BAEC-344AFD49D837}" srcOrd="2" destOrd="0" presId="urn:microsoft.com/office/officeart/2018/2/layout/IconCircleList"/>
    <dgm:cxn modelId="{99A70BB0-19B0-4546-BF1C-0505AC99FD03}" type="presParOf" srcId="{D4A037C6-35A4-4ED5-BAEC-344AFD49D837}" destId="{2433912D-894B-46A2-A08F-128042E04966}" srcOrd="0" destOrd="0" presId="urn:microsoft.com/office/officeart/2018/2/layout/IconCircleList"/>
    <dgm:cxn modelId="{5D88C64A-D858-4EDB-B70D-0F202AC58C8A}" type="presParOf" srcId="{D4A037C6-35A4-4ED5-BAEC-344AFD49D837}" destId="{8E39EACD-1183-4B78-854B-2C28F98005DD}" srcOrd="1" destOrd="0" presId="urn:microsoft.com/office/officeart/2018/2/layout/IconCircleList"/>
    <dgm:cxn modelId="{1AD08616-7804-4306-8452-91E6ACE14DB5}" type="presParOf" srcId="{D4A037C6-35A4-4ED5-BAEC-344AFD49D837}" destId="{1FE76597-65C3-4639-AED9-CE0666A004AA}" srcOrd="2" destOrd="0" presId="urn:microsoft.com/office/officeart/2018/2/layout/IconCircleList"/>
    <dgm:cxn modelId="{1F562A41-E3A2-41BC-9EAA-768441F9D607}" type="presParOf" srcId="{D4A037C6-35A4-4ED5-BAEC-344AFD49D837}" destId="{4BC683B5-BDCA-4E86-8F0C-2A6F5883C702}" srcOrd="3" destOrd="0" presId="urn:microsoft.com/office/officeart/2018/2/layout/IconCircleList"/>
    <dgm:cxn modelId="{A39E9EAE-13D0-458D-8829-B7D07F750683}" type="presParOf" srcId="{3479BF9F-C3F6-4848-90FF-68B1B9C6D4C7}" destId="{D13F7878-FC42-44B9-A9D1-A12EC42B3CFE}" srcOrd="3" destOrd="0" presId="urn:microsoft.com/office/officeart/2018/2/layout/IconCircleList"/>
    <dgm:cxn modelId="{7528C25E-39C7-42C6-9E4A-E35D6EAB0657}" type="presParOf" srcId="{3479BF9F-C3F6-4848-90FF-68B1B9C6D4C7}" destId="{D532C0E9-7AE7-48B3-BC87-8747EE2B8973}" srcOrd="4" destOrd="0" presId="urn:microsoft.com/office/officeart/2018/2/layout/IconCircleList"/>
    <dgm:cxn modelId="{5C63D55E-9510-42FB-9BE5-3538FE9EA912}" type="presParOf" srcId="{D532C0E9-7AE7-48B3-BC87-8747EE2B8973}" destId="{94DD3D13-68ED-44C9-A954-6BDB0F1A6AF6}" srcOrd="0" destOrd="0" presId="urn:microsoft.com/office/officeart/2018/2/layout/IconCircleList"/>
    <dgm:cxn modelId="{3F2E5CD2-1EB0-4B4C-BE7E-B9D733F4D954}" type="presParOf" srcId="{D532C0E9-7AE7-48B3-BC87-8747EE2B8973}" destId="{825B8954-8DF7-462E-B32C-B60A50044A1C}" srcOrd="1" destOrd="0" presId="urn:microsoft.com/office/officeart/2018/2/layout/IconCircleList"/>
    <dgm:cxn modelId="{EA194395-C122-4CFE-8F68-098C10D50ED2}" type="presParOf" srcId="{D532C0E9-7AE7-48B3-BC87-8747EE2B8973}" destId="{EF11ADF7-215A-465B-A688-AC4456B7EE8D}" srcOrd="2" destOrd="0" presId="urn:microsoft.com/office/officeart/2018/2/layout/IconCircleList"/>
    <dgm:cxn modelId="{19C4AC4D-5F2C-4136-ADAD-1473BCC617FE}" type="presParOf" srcId="{D532C0E9-7AE7-48B3-BC87-8747EE2B8973}" destId="{81273BD5-421B-4592-B2B2-44125E17DB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87F35-EC37-4F63-ACC1-9DA5BB98CA51}">
      <dsp:nvSpPr>
        <dsp:cNvPr id="0" name=""/>
        <dsp:cNvSpPr/>
      </dsp:nvSpPr>
      <dsp:spPr>
        <a:xfrm>
          <a:off x="0" y="671"/>
          <a:ext cx="5859564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1EF2F-5865-429A-964F-86DD4544229E}">
      <dsp:nvSpPr>
        <dsp:cNvPr id="0" name=""/>
        <dsp:cNvSpPr/>
      </dsp:nvSpPr>
      <dsp:spPr>
        <a:xfrm>
          <a:off x="475513" y="354359"/>
          <a:ext cx="864569" cy="8645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B965C-E1AF-487C-A375-0E7ECB30A15D}">
      <dsp:nvSpPr>
        <dsp:cNvPr id="0" name=""/>
        <dsp:cNvSpPr/>
      </dsp:nvSpPr>
      <dsp:spPr>
        <a:xfrm>
          <a:off x="1815596" y="671"/>
          <a:ext cx="4043967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Importância para o constitucionalismo contemporâneo</a:t>
          </a:r>
        </a:p>
      </dsp:txBody>
      <dsp:txXfrm>
        <a:off x="1815596" y="671"/>
        <a:ext cx="4043967" cy="1571944"/>
      </dsp:txXfrm>
    </dsp:sp>
    <dsp:sp modelId="{65C4F517-0328-472D-957B-85A50E4473FD}">
      <dsp:nvSpPr>
        <dsp:cNvPr id="0" name=""/>
        <dsp:cNvSpPr/>
      </dsp:nvSpPr>
      <dsp:spPr>
        <a:xfrm>
          <a:off x="0" y="1965602"/>
          <a:ext cx="5859564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6B2A7E-DB64-4DCE-AAD5-7B7FEE3EB703}">
      <dsp:nvSpPr>
        <dsp:cNvPr id="0" name=""/>
        <dsp:cNvSpPr/>
      </dsp:nvSpPr>
      <dsp:spPr>
        <a:xfrm>
          <a:off x="475513" y="2319290"/>
          <a:ext cx="864569" cy="8645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5477F-314F-490E-A5AE-B673C631A4C3}">
      <dsp:nvSpPr>
        <dsp:cNvPr id="0" name=""/>
        <dsp:cNvSpPr/>
      </dsp:nvSpPr>
      <dsp:spPr>
        <a:xfrm>
          <a:off x="1815596" y="1965602"/>
          <a:ext cx="4043967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Base para disciplinas futuras (Direitos Humanos, Constitucional II)</a:t>
          </a:r>
        </a:p>
      </dsp:txBody>
      <dsp:txXfrm>
        <a:off x="1815596" y="1965602"/>
        <a:ext cx="4043967" cy="1571944"/>
      </dsp:txXfrm>
    </dsp:sp>
    <dsp:sp modelId="{D07A1796-C214-4F75-80CF-B55D7DEDECF5}">
      <dsp:nvSpPr>
        <dsp:cNvPr id="0" name=""/>
        <dsp:cNvSpPr/>
      </dsp:nvSpPr>
      <dsp:spPr>
        <a:xfrm>
          <a:off x="0" y="3930533"/>
          <a:ext cx="5859564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7853D-E7E1-4EB6-863A-37AB0CD477D9}">
      <dsp:nvSpPr>
        <dsp:cNvPr id="0" name=""/>
        <dsp:cNvSpPr/>
      </dsp:nvSpPr>
      <dsp:spPr>
        <a:xfrm>
          <a:off x="475513" y="4284221"/>
          <a:ext cx="864569" cy="8645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21D20-CAF6-4D97-A62A-5710737B1B88}">
      <dsp:nvSpPr>
        <dsp:cNvPr id="0" name=""/>
        <dsp:cNvSpPr/>
      </dsp:nvSpPr>
      <dsp:spPr>
        <a:xfrm>
          <a:off x="1815596" y="3930533"/>
          <a:ext cx="4043967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Relevância prática para atuação jurídica</a:t>
          </a:r>
        </a:p>
      </dsp:txBody>
      <dsp:txXfrm>
        <a:off x="1815596" y="3930533"/>
        <a:ext cx="4043967" cy="1571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2CA00E-037C-47AE-B144-0B4E13EBE822}">
      <dsp:nvSpPr>
        <dsp:cNvPr id="0" name=""/>
        <dsp:cNvSpPr/>
      </dsp:nvSpPr>
      <dsp:spPr>
        <a:xfrm>
          <a:off x="0" y="36175"/>
          <a:ext cx="6898715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Definir direitos fundamentais</a:t>
          </a:r>
        </a:p>
      </dsp:txBody>
      <dsp:txXfrm>
        <a:off x="50420" y="86595"/>
        <a:ext cx="6797875" cy="932014"/>
      </dsp:txXfrm>
    </dsp:sp>
    <dsp:sp modelId="{66857817-A9D8-4FC5-9D9E-0C269A8BE8F4}">
      <dsp:nvSpPr>
        <dsp:cNvPr id="0" name=""/>
        <dsp:cNvSpPr/>
      </dsp:nvSpPr>
      <dsp:spPr>
        <a:xfrm>
          <a:off x="0" y="1143909"/>
          <a:ext cx="6898715" cy="103285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Diferenciar direitos fundamentais e direitos humanos</a:t>
          </a:r>
        </a:p>
      </dsp:txBody>
      <dsp:txXfrm>
        <a:off x="50420" y="1194329"/>
        <a:ext cx="6797875" cy="932014"/>
      </dsp:txXfrm>
    </dsp:sp>
    <dsp:sp modelId="{9327BBD5-319A-4B58-B284-E007D5682B05}">
      <dsp:nvSpPr>
        <dsp:cNvPr id="0" name=""/>
        <dsp:cNvSpPr/>
      </dsp:nvSpPr>
      <dsp:spPr>
        <a:xfrm>
          <a:off x="0" y="2251643"/>
          <a:ext cx="6898715" cy="1032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Identificar classificações e características</a:t>
          </a:r>
        </a:p>
      </dsp:txBody>
      <dsp:txXfrm>
        <a:off x="50420" y="2302063"/>
        <a:ext cx="6797875" cy="932014"/>
      </dsp:txXfrm>
    </dsp:sp>
    <dsp:sp modelId="{6BC80FDD-CEDC-4E1D-8B1F-F027AB3654AD}">
      <dsp:nvSpPr>
        <dsp:cNvPr id="0" name=""/>
        <dsp:cNvSpPr/>
      </dsp:nvSpPr>
      <dsp:spPr>
        <a:xfrm>
          <a:off x="0" y="3359377"/>
          <a:ext cx="6898715" cy="103285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Analisar eficácia e aplicabilidade</a:t>
          </a:r>
        </a:p>
      </dsp:txBody>
      <dsp:txXfrm>
        <a:off x="50420" y="3409797"/>
        <a:ext cx="6797875" cy="932014"/>
      </dsp:txXfrm>
    </dsp:sp>
    <dsp:sp modelId="{A2AE3B26-48F9-462D-93EF-101DA20DFABF}">
      <dsp:nvSpPr>
        <dsp:cNvPr id="0" name=""/>
        <dsp:cNvSpPr/>
      </dsp:nvSpPr>
      <dsp:spPr>
        <a:xfrm>
          <a:off x="0" y="4467111"/>
          <a:ext cx="6898715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Aplicar conceitos em casos simulados</a:t>
          </a:r>
        </a:p>
      </dsp:txBody>
      <dsp:txXfrm>
        <a:off x="50420" y="4517531"/>
        <a:ext cx="6797875" cy="9320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44B777-BC7B-4179-8041-219781CBEF43}">
      <dsp:nvSpPr>
        <dsp:cNvPr id="0" name=""/>
        <dsp:cNvSpPr/>
      </dsp:nvSpPr>
      <dsp:spPr>
        <a:xfrm>
          <a:off x="0" y="796395"/>
          <a:ext cx="6898715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Conceito de direitos fundamentais</a:t>
          </a:r>
        </a:p>
      </dsp:txBody>
      <dsp:txXfrm>
        <a:off x="35125" y="831520"/>
        <a:ext cx="6828465" cy="649299"/>
      </dsp:txXfrm>
    </dsp:sp>
    <dsp:sp modelId="{2BCEADC7-5665-43A1-A497-72BAEBBE2A25}">
      <dsp:nvSpPr>
        <dsp:cNvPr id="0" name=""/>
        <dsp:cNvSpPr/>
      </dsp:nvSpPr>
      <dsp:spPr>
        <a:xfrm>
          <a:off x="0" y="1602345"/>
          <a:ext cx="6898715" cy="719549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Direitos fundamentais x direitos humanos</a:t>
          </a:r>
        </a:p>
      </dsp:txBody>
      <dsp:txXfrm>
        <a:off x="35125" y="1637470"/>
        <a:ext cx="6828465" cy="649299"/>
      </dsp:txXfrm>
    </dsp:sp>
    <dsp:sp modelId="{79A49C03-1E52-4AA5-9217-3621BD2842C8}">
      <dsp:nvSpPr>
        <dsp:cNvPr id="0" name=""/>
        <dsp:cNvSpPr/>
      </dsp:nvSpPr>
      <dsp:spPr>
        <a:xfrm>
          <a:off x="0" y="2408295"/>
          <a:ext cx="6898715" cy="71954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Evolução histórica e gerações</a:t>
          </a:r>
        </a:p>
      </dsp:txBody>
      <dsp:txXfrm>
        <a:off x="35125" y="2443420"/>
        <a:ext cx="6828465" cy="649299"/>
      </dsp:txXfrm>
    </dsp:sp>
    <dsp:sp modelId="{127F62AA-3039-46F1-AEE8-FAB57AC142DE}">
      <dsp:nvSpPr>
        <dsp:cNvPr id="0" name=""/>
        <dsp:cNvSpPr/>
      </dsp:nvSpPr>
      <dsp:spPr>
        <a:xfrm>
          <a:off x="0" y="3214245"/>
          <a:ext cx="6898715" cy="719549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Características essenciais</a:t>
          </a:r>
        </a:p>
      </dsp:txBody>
      <dsp:txXfrm>
        <a:off x="35125" y="3249370"/>
        <a:ext cx="6828465" cy="649299"/>
      </dsp:txXfrm>
    </dsp:sp>
    <dsp:sp modelId="{B8288039-58DB-4119-97B3-0B80931C52BB}">
      <dsp:nvSpPr>
        <dsp:cNvPr id="0" name=""/>
        <dsp:cNvSpPr/>
      </dsp:nvSpPr>
      <dsp:spPr>
        <a:xfrm>
          <a:off x="0" y="4020195"/>
          <a:ext cx="6898715" cy="7195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Eficácia e aplicabilidade</a:t>
          </a:r>
        </a:p>
      </dsp:txBody>
      <dsp:txXfrm>
        <a:off x="35125" y="4055320"/>
        <a:ext cx="6828465" cy="649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B3BAB5-E429-4928-8EAB-A1AAEA082DA5}">
      <dsp:nvSpPr>
        <dsp:cNvPr id="0" name=""/>
        <dsp:cNvSpPr/>
      </dsp:nvSpPr>
      <dsp:spPr>
        <a:xfrm>
          <a:off x="0" y="62474"/>
          <a:ext cx="5290285" cy="11536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Núcleo das Constituições modernas</a:t>
          </a:r>
        </a:p>
      </dsp:txBody>
      <dsp:txXfrm>
        <a:off x="56315" y="118789"/>
        <a:ext cx="5177655" cy="1040990"/>
      </dsp:txXfrm>
    </dsp:sp>
    <dsp:sp modelId="{D6C1924D-E5D6-4317-88EB-74B8709AE5A6}">
      <dsp:nvSpPr>
        <dsp:cNvPr id="0" name=""/>
        <dsp:cNvSpPr/>
      </dsp:nvSpPr>
      <dsp:spPr>
        <a:xfrm>
          <a:off x="0" y="1299614"/>
          <a:ext cx="5290285" cy="115362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Limites ao poder estatal</a:t>
          </a:r>
        </a:p>
      </dsp:txBody>
      <dsp:txXfrm>
        <a:off x="56315" y="1355929"/>
        <a:ext cx="5177655" cy="1040990"/>
      </dsp:txXfrm>
    </dsp:sp>
    <dsp:sp modelId="{63F987A0-24E0-4981-82DC-41E39C986CC4}">
      <dsp:nvSpPr>
        <dsp:cNvPr id="0" name=""/>
        <dsp:cNvSpPr/>
      </dsp:nvSpPr>
      <dsp:spPr>
        <a:xfrm>
          <a:off x="0" y="2536754"/>
          <a:ext cx="5290285" cy="115362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Proteção da dignidade da pessoa humana</a:t>
          </a:r>
        </a:p>
      </dsp:txBody>
      <dsp:txXfrm>
        <a:off x="56315" y="2593069"/>
        <a:ext cx="5177655" cy="10409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3724C-5E99-4277-9350-52BD4E6448FC}">
      <dsp:nvSpPr>
        <dsp:cNvPr id="0" name=""/>
        <dsp:cNvSpPr/>
      </dsp:nvSpPr>
      <dsp:spPr>
        <a:xfrm>
          <a:off x="0" y="19679"/>
          <a:ext cx="6366255" cy="636625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7B3D1-8EE6-4CC4-9785-F5440221D58C}">
      <dsp:nvSpPr>
        <dsp:cNvPr id="0" name=""/>
        <dsp:cNvSpPr/>
      </dsp:nvSpPr>
      <dsp:spPr>
        <a:xfrm>
          <a:off x="604794" y="624473"/>
          <a:ext cx="2482839" cy="24828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1ª geração: direitos civis e políticos</a:t>
          </a:r>
        </a:p>
      </dsp:txBody>
      <dsp:txXfrm>
        <a:off x="725996" y="745675"/>
        <a:ext cx="2240435" cy="2240435"/>
      </dsp:txXfrm>
    </dsp:sp>
    <dsp:sp modelId="{38964EE6-AE43-4641-9060-4F212F1641C2}">
      <dsp:nvSpPr>
        <dsp:cNvPr id="0" name=""/>
        <dsp:cNvSpPr/>
      </dsp:nvSpPr>
      <dsp:spPr>
        <a:xfrm>
          <a:off x="3278621" y="624473"/>
          <a:ext cx="2482839" cy="24828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2ª geração: direitos sociais, econômicos e culturais</a:t>
          </a:r>
        </a:p>
      </dsp:txBody>
      <dsp:txXfrm>
        <a:off x="3399823" y="745675"/>
        <a:ext cx="2240435" cy="2240435"/>
      </dsp:txXfrm>
    </dsp:sp>
    <dsp:sp modelId="{DCD1EA27-0CA0-4325-A944-515D6381A33D}">
      <dsp:nvSpPr>
        <dsp:cNvPr id="0" name=""/>
        <dsp:cNvSpPr/>
      </dsp:nvSpPr>
      <dsp:spPr>
        <a:xfrm>
          <a:off x="604794" y="3298300"/>
          <a:ext cx="2482839" cy="248283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3ª geração: direitos difusos e coletivos (solidariedade)</a:t>
          </a:r>
        </a:p>
      </dsp:txBody>
      <dsp:txXfrm>
        <a:off x="725996" y="3419502"/>
        <a:ext cx="2240435" cy="2240435"/>
      </dsp:txXfrm>
    </dsp:sp>
    <dsp:sp modelId="{BDD38F2D-2FB9-444F-85AC-3A18FF1C9BAC}">
      <dsp:nvSpPr>
        <dsp:cNvPr id="0" name=""/>
        <dsp:cNvSpPr/>
      </dsp:nvSpPr>
      <dsp:spPr>
        <a:xfrm>
          <a:off x="3278621" y="3298300"/>
          <a:ext cx="2482839" cy="24828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Perspectivas contemporâneas: novas dimensões</a:t>
          </a:r>
        </a:p>
      </dsp:txBody>
      <dsp:txXfrm>
        <a:off x="3399823" y="3419502"/>
        <a:ext cx="2240435" cy="22404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A8640-3E5F-4A6B-8EF2-B043D92CD0A2}">
      <dsp:nvSpPr>
        <dsp:cNvPr id="0" name=""/>
        <dsp:cNvSpPr/>
      </dsp:nvSpPr>
      <dsp:spPr>
        <a:xfrm>
          <a:off x="677681" y="376937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52C57-1A35-4E51-80CA-756E20E663AA}">
      <dsp:nvSpPr>
        <dsp:cNvPr id="0" name=""/>
        <dsp:cNvSpPr/>
      </dsp:nvSpPr>
      <dsp:spPr>
        <a:xfrm>
          <a:off x="1079868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26A60-9395-447A-94C1-D40177F9A734}">
      <dsp:nvSpPr>
        <dsp:cNvPr id="0" name=""/>
        <dsp:cNvSpPr/>
      </dsp:nvSpPr>
      <dsp:spPr>
        <a:xfrm>
          <a:off x="74399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Titulares: pessoas físicas e, em certos casos, coletividades</a:t>
          </a:r>
        </a:p>
      </dsp:txBody>
      <dsp:txXfrm>
        <a:off x="74399" y="2851938"/>
        <a:ext cx="3093750" cy="720000"/>
      </dsp:txXfrm>
    </dsp:sp>
    <dsp:sp modelId="{9F28F8D3-83C7-40E9-A76D-60BB6368E2A5}">
      <dsp:nvSpPr>
        <dsp:cNvPr id="0" name=""/>
        <dsp:cNvSpPr/>
      </dsp:nvSpPr>
      <dsp:spPr>
        <a:xfrm>
          <a:off x="4312837" y="376937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D1373-0BFD-460A-948F-CE589EA2CCE9}">
      <dsp:nvSpPr>
        <dsp:cNvPr id="0" name=""/>
        <dsp:cNvSpPr/>
      </dsp:nvSpPr>
      <dsp:spPr>
        <a:xfrm>
          <a:off x="4715024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699B7-1135-4B9E-B8E4-56E0E2CA8BFF}">
      <dsp:nvSpPr>
        <dsp:cNvPr id="0" name=""/>
        <dsp:cNvSpPr/>
      </dsp:nvSpPr>
      <dsp:spPr>
        <a:xfrm>
          <a:off x="3709556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Destinatários: Estado e, quando aplicável, particulares</a:t>
          </a:r>
        </a:p>
      </dsp:txBody>
      <dsp:txXfrm>
        <a:off x="3709556" y="2851938"/>
        <a:ext cx="3093750" cy="720000"/>
      </dsp:txXfrm>
    </dsp:sp>
    <dsp:sp modelId="{CC113DE2-DC6F-484D-BEDD-8F2758D28687}">
      <dsp:nvSpPr>
        <dsp:cNvPr id="0" name=""/>
        <dsp:cNvSpPr/>
      </dsp:nvSpPr>
      <dsp:spPr>
        <a:xfrm>
          <a:off x="7947993" y="376937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73563-C9FE-4CF6-A1CF-154445F392C5}">
      <dsp:nvSpPr>
        <dsp:cNvPr id="0" name=""/>
        <dsp:cNvSpPr/>
      </dsp:nvSpPr>
      <dsp:spPr>
        <a:xfrm>
          <a:off x="8350181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0B1BB-268B-4790-9936-C8DCB3B8CEC5}">
      <dsp:nvSpPr>
        <dsp:cNvPr id="0" name=""/>
        <dsp:cNvSpPr/>
      </dsp:nvSpPr>
      <dsp:spPr>
        <a:xfrm>
          <a:off x="7344712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Exemplos: relação trabalhista; discriminação em contrato</a:t>
          </a:r>
        </a:p>
      </dsp:txBody>
      <dsp:txXfrm>
        <a:off x="7344712" y="2851938"/>
        <a:ext cx="3093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8120A-23DE-481E-B4AF-E9CAFB72CC79}">
      <dsp:nvSpPr>
        <dsp:cNvPr id="0" name=""/>
        <dsp:cNvSpPr/>
      </dsp:nvSpPr>
      <dsp:spPr>
        <a:xfrm>
          <a:off x="0" y="2284"/>
          <a:ext cx="5859564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AB126-A64D-462D-AABC-DBA064E896B2}">
      <dsp:nvSpPr>
        <dsp:cNvPr id="0" name=""/>
        <dsp:cNvSpPr/>
      </dsp:nvSpPr>
      <dsp:spPr>
        <a:xfrm>
          <a:off x="350172" y="262743"/>
          <a:ext cx="636677" cy="636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B1F1F-D7BA-4AA8-9BB4-FC0747933447}">
      <dsp:nvSpPr>
        <dsp:cNvPr id="0" name=""/>
        <dsp:cNvSpPr/>
      </dsp:nvSpPr>
      <dsp:spPr>
        <a:xfrm>
          <a:off x="1337023" y="2284"/>
          <a:ext cx="4522540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Eficácia plena: aplicabilidade imediata</a:t>
          </a:r>
        </a:p>
      </dsp:txBody>
      <dsp:txXfrm>
        <a:off x="1337023" y="2284"/>
        <a:ext cx="4522540" cy="1157596"/>
      </dsp:txXfrm>
    </dsp:sp>
    <dsp:sp modelId="{D03FBB40-C442-4BA7-871D-A2D3B04DC966}">
      <dsp:nvSpPr>
        <dsp:cNvPr id="0" name=""/>
        <dsp:cNvSpPr/>
      </dsp:nvSpPr>
      <dsp:spPr>
        <a:xfrm>
          <a:off x="0" y="1449279"/>
          <a:ext cx="5859564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94E6D-C359-4BB2-8F00-CA7375E10D00}">
      <dsp:nvSpPr>
        <dsp:cNvPr id="0" name=""/>
        <dsp:cNvSpPr/>
      </dsp:nvSpPr>
      <dsp:spPr>
        <a:xfrm>
          <a:off x="350172" y="1709738"/>
          <a:ext cx="636677" cy="636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3BCEB-1321-4452-A855-B2533A7877CF}">
      <dsp:nvSpPr>
        <dsp:cNvPr id="0" name=""/>
        <dsp:cNvSpPr/>
      </dsp:nvSpPr>
      <dsp:spPr>
        <a:xfrm>
          <a:off x="1337023" y="1449279"/>
          <a:ext cx="4522540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Eficácia contida: aplicável, mas com limites</a:t>
          </a:r>
        </a:p>
      </dsp:txBody>
      <dsp:txXfrm>
        <a:off x="1337023" y="1449279"/>
        <a:ext cx="4522540" cy="1157596"/>
      </dsp:txXfrm>
    </dsp:sp>
    <dsp:sp modelId="{5EEAEB12-E2C2-4F3A-8833-E21E8E473BF4}">
      <dsp:nvSpPr>
        <dsp:cNvPr id="0" name=""/>
        <dsp:cNvSpPr/>
      </dsp:nvSpPr>
      <dsp:spPr>
        <a:xfrm>
          <a:off x="0" y="2896274"/>
          <a:ext cx="5859564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C456B-1C77-4DEA-9AB7-A084884A482C}">
      <dsp:nvSpPr>
        <dsp:cNvPr id="0" name=""/>
        <dsp:cNvSpPr/>
      </dsp:nvSpPr>
      <dsp:spPr>
        <a:xfrm>
          <a:off x="350172" y="3156733"/>
          <a:ext cx="636677" cy="636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94C45-22E3-4DF6-9051-A3B2C693F93C}">
      <dsp:nvSpPr>
        <dsp:cNvPr id="0" name=""/>
        <dsp:cNvSpPr/>
      </dsp:nvSpPr>
      <dsp:spPr>
        <a:xfrm>
          <a:off x="1337023" y="2896274"/>
          <a:ext cx="4522540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Eficácia limitada: depende de regulamentação</a:t>
          </a:r>
        </a:p>
      </dsp:txBody>
      <dsp:txXfrm>
        <a:off x="1337023" y="2896274"/>
        <a:ext cx="4522540" cy="1157596"/>
      </dsp:txXfrm>
    </dsp:sp>
    <dsp:sp modelId="{154E3B70-4831-4F53-87CB-D04C3A3E5ACF}">
      <dsp:nvSpPr>
        <dsp:cNvPr id="0" name=""/>
        <dsp:cNvSpPr/>
      </dsp:nvSpPr>
      <dsp:spPr>
        <a:xfrm>
          <a:off x="0" y="4343269"/>
          <a:ext cx="5859564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DDE93-B682-4272-90F6-67F540BF42CD}">
      <dsp:nvSpPr>
        <dsp:cNvPr id="0" name=""/>
        <dsp:cNvSpPr/>
      </dsp:nvSpPr>
      <dsp:spPr>
        <a:xfrm>
          <a:off x="350172" y="4603728"/>
          <a:ext cx="636677" cy="636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55129-C0CF-4131-B8A1-447D016A29D3}">
      <dsp:nvSpPr>
        <dsp:cNvPr id="0" name=""/>
        <dsp:cNvSpPr/>
      </dsp:nvSpPr>
      <dsp:spPr>
        <a:xfrm>
          <a:off x="1337023" y="4343269"/>
          <a:ext cx="4522540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Conceitos: reserva do possível e mínimo existencial</a:t>
          </a:r>
        </a:p>
      </dsp:txBody>
      <dsp:txXfrm>
        <a:off x="1337023" y="4343269"/>
        <a:ext cx="4522540" cy="11575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10935-D484-47BE-8453-4C75708F3BAF}">
      <dsp:nvSpPr>
        <dsp:cNvPr id="0" name=""/>
        <dsp:cNvSpPr/>
      </dsp:nvSpPr>
      <dsp:spPr>
        <a:xfrm>
          <a:off x="909047" y="489120"/>
          <a:ext cx="1259490" cy="12594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DA968-B34E-4B4A-9B8A-25679D5B17A5}">
      <dsp:nvSpPr>
        <dsp:cNvPr id="0" name=""/>
        <dsp:cNvSpPr/>
      </dsp:nvSpPr>
      <dsp:spPr>
        <a:xfrm>
          <a:off x="139358" y="2132947"/>
          <a:ext cx="27988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Abertura: pergunta-problema e coleta digital (15 min)</a:t>
          </a:r>
        </a:p>
      </dsp:txBody>
      <dsp:txXfrm>
        <a:off x="139358" y="2132947"/>
        <a:ext cx="2798868" cy="720000"/>
      </dsp:txXfrm>
    </dsp:sp>
    <dsp:sp modelId="{860629AA-5615-425D-A715-056A9DB3876E}">
      <dsp:nvSpPr>
        <dsp:cNvPr id="0" name=""/>
        <dsp:cNvSpPr/>
      </dsp:nvSpPr>
      <dsp:spPr>
        <a:xfrm>
          <a:off x="4197717" y="489120"/>
          <a:ext cx="1259490" cy="12594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81F68-46B4-4D18-B7F3-5F13B8366616}">
      <dsp:nvSpPr>
        <dsp:cNvPr id="0" name=""/>
        <dsp:cNvSpPr/>
      </dsp:nvSpPr>
      <dsp:spPr>
        <a:xfrm>
          <a:off x="3428028" y="2132947"/>
          <a:ext cx="27988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Exposição dialogada e mapa conceitual (30 + 30 min)</a:t>
          </a:r>
        </a:p>
      </dsp:txBody>
      <dsp:txXfrm>
        <a:off x="3428028" y="2132947"/>
        <a:ext cx="2798868" cy="720000"/>
      </dsp:txXfrm>
    </dsp:sp>
    <dsp:sp modelId="{E2A44310-C942-4A9B-89F8-9400153243D6}">
      <dsp:nvSpPr>
        <dsp:cNvPr id="0" name=""/>
        <dsp:cNvSpPr/>
      </dsp:nvSpPr>
      <dsp:spPr>
        <a:xfrm>
          <a:off x="909047" y="3552665"/>
          <a:ext cx="1259490" cy="12594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94D4C-F771-4EE4-A2D8-48B3E997290A}">
      <dsp:nvSpPr>
        <dsp:cNvPr id="0" name=""/>
        <dsp:cNvSpPr/>
      </dsp:nvSpPr>
      <dsp:spPr>
        <a:xfrm>
          <a:off x="139358" y="5196492"/>
          <a:ext cx="27988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Atividade em grupos com IA para gerar exemplos (25 min)</a:t>
          </a:r>
        </a:p>
      </dsp:txBody>
      <dsp:txXfrm>
        <a:off x="139358" y="5196492"/>
        <a:ext cx="2798868" cy="720000"/>
      </dsp:txXfrm>
    </dsp:sp>
    <dsp:sp modelId="{5E473258-8A42-4542-BF75-3B78652E6D43}">
      <dsp:nvSpPr>
        <dsp:cNvPr id="0" name=""/>
        <dsp:cNvSpPr/>
      </dsp:nvSpPr>
      <dsp:spPr>
        <a:xfrm>
          <a:off x="4197717" y="3552665"/>
          <a:ext cx="1259490" cy="12594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6FC54-244E-4CF2-B0FD-B0E930F40E90}">
      <dsp:nvSpPr>
        <dsp:cNvPr id="0" name=""/>
        <dsp:cNvSpPr/>
      </dsp:nvSpPr>
      <dsp:spPr>
        <a:xfrm>
          <a:off x="3428028" y="5196492"/>
          <a:ext cx="27988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Atividade prática: casos simulados (20–30 min)</a:t>
          </a:r>
        </a:p>
      </dsp:txBody>
      <dsp:txXfrm>
        <a:off x="3428028" y="5196492"/>
        <a:ext cx="2798868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51396-6C98-427A-9D56-B49A70F5875D}">
      <dsp:nvSpPr>
        <dsp:cNvPr id="0" name=""/>
        <dsp:cNvSpPr/>
      </dsp:nvSpPr>
      <dsp:spPr>
        <a:xfrm>
          <a:off x="81796" y="1727093"/>
          <a:ext cx="897150" cy="8971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09BCB-2231-4268-A6A0-DADA77E184B1}">
      <dsp:nvSpPr>
        <dsp:cNvPr id="0" name=""/>
        <dsp:cNvSpPr/>
      </dsp:nvSpPr>
      <dsp:spPr>
        <a:xfrm>
          <a:off x="270198" y="1915495"/>
          <a:ext cx="520347" cy="520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AA875-3FF2-4745-BCB0-DF1D564E2B21}">
      <dsp:nvSpPr>
        <dsp:cNvPr id="0" name=""/>
        <dsp:cNvSpPr/>
      </dsp:nvSpPr>
      <dsp:spPr>
        <a:xfrm>
          <a:off x="1171193" y="1727093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Perfil A: linguagem simplificada, recursos visuais, tempo adicional</a:t>
          </a:r>
        </a:p>
      </dsp:txBody>
      <dsp:txXfrm>
        <a:off x="1171193" y="1727093"/>
        <a:ext cx="2114711" cy="897150"/>
      </dsp:txXfrm>
    </dsp:sp>
    <dsp:sp modelId="{2433912D-894B-46A2-A08F-128042E04966}">
      <dsp:nvSpPr>
        <dsp:cNvPr id="0" name=""/>
        <dsp:cNvSpPr/>
      </dsp:nvSpPr>
      <dsp:spPr>
        <a:xfrm>
          <a:off x="3654377" y="1727093"/>
          <a:ext cx="897150" cy="8971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9EACD-1183-4B78-854B-2C28F98005DD}">
      <dsp:nvSpPr>
        <dsp:cNvPr id="0" name=""/>
        <dsp:cNvSpPr/>
      </dsp:nvSpPr>
      <dsp:spPr>
        <a:xfrm>
          <a:off x="3842778" y="1915495"/>
          <a:ext cx="520347" cy="520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683B5-BDCA-4E86-8F0C-2A6F5883C702}">
      <dsp:nvSpPr>
        <dsp:cNvPr id="0" name=""/>
        <dsp:cNvSpPr/>
      </dsp:nvSpPr>
      <dsp:spPr>
        <a:xfrm>
          <a:off x="4743773" y="1727093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Perfil B: textos doutrinários, casos complexos, desafios</a:t>
          </a:r>
        </a:p>
      </dsp:txBody>
      <dsp:txXfrm>
        <a:off x="4743773" y="1727093"/>
        <a:ext cx="2114711" cy="897150"/>
      </dsp:txXfrm>
    </dsp:sp>
    <dsp:sp modelId="{94DD3D13-68ED-44C9-A954-6BDB0F1A6AF6}">
      <dsp:nvSpPr>
        <dsp:cNvPr id="0" name=""/>
        <dsp:cNvSpPr/>
      </dsp:nvSpPr>
      <dsp:spPr>
        <a:xfrm>
          <a:off x="7226957" y="1727093"/>
          <a:ext cx="897150" cy="8971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5B8954-8DF7-462E-B32C-B60A50044A1C}">
      <dsp:nvSpPr>
        <dsp:cNvPr id="0" name=""/>
        <dsp:cNvSpPr/>
      </dsp:nvSpPr>
      <dsp:spPr>
        <a:xfrm>
          <a:off x="7415358" y="1915495"/>
          <a:ext cx="520347" cy="520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73BD5-421B-4592-B2B2-44125E17DB5F}">
      <dsp:nvSpPr>
        <dsp:cNvPr id="0" name=""/>
        <dsp:cNvSpPr/>
      </dsp:nvSpPr>
      <dsp:spPr>
        <a:xfrm>
          <a:off x="8316353" y="1727093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Considerações finais e leituras recomendadas</a:t>
          </a:r>
        </a:p>
      </dsp:txBody>
      <dsp:txXfrm>
        <a:off x="8316353" y="1727093"/>
        <a:ext cx="2114711" cy="897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34B4D-2571-4482-9D43-46116E0E6BC6}" type="datetimeFigureOut">
              <a:t>30/01/2026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00850-F441-483E-9EB6-AAA925BB24A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47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objetivo da aula 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por que o tema é estruturante.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Ler objetivos mensuráveis e critérios de sucesso.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visão geral do que será coberto.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Dar definição clara e exemplos rápidos (art. 5º CF/1988).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Exemplificar com tratados e recepção no direito interno.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Contextualizar cronologia e exemplos práticos.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cada característica com 1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Discutir titularidade coletiva e eficácia horizontal.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Fornecer exemplos e implicações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Exemplificar com direitos sociais e políticas públicas.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papel da IA e necessidade de revisão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como usar a rubrica em avaliações.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Encerrar com chamada à participação e leitura complementar.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621" y="685800"/>
            <a:ext cx="10817582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2224" y="1380564"/>
            <a:ext cx="4560181" cy="2346229"/>
          </a:xfrm>
        </p:spPr>
        <p:txBody>
          <a:bodyPr anchor="b">
            <a:normAutofit/>
          </a:bodyPr>
          <a:lstStyle/>
          <a:p>
            <a:r>
              <a:rPr lang="pt-BR" sz="3200">
                <a:solidFill>
                  <a:srgbClr val="595959"/>
                </a:solidFill>
              </a:rPr>
              <a:t>TEORIA GERAL DOS DIREITOS FUNDAMENTAIS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2224" y="4061345"/>
            <a:ext cx="4560181" cy="1416090"/>
          </a:xfrm>
        </p:spPr>
        <p:txBody>
          <a:bodyPr anchor="t">
            <a:normAutofit/>
          </a:bodyPr>
          <a:lstStyle/>
          <a:p>
            <a:r>
              <a:rPr lang="pt-BR" sz="1400">
                <a:solidFill>
                  <a:srgbClr val="595959"/>
                </a:solidFill>
              </a:rPr>
              <a:t>Direito Constitucional — 2º ano</a:t>
            </a:r>
          </a:p>
          <a:p>
            <a:r>
              <a:rPr lang="pt-BR" sz="1400">
                <a:solidFill>
                  <a:srgbClr val="595959"/>
                </a:solidFill>
              </a:rPr>
              <a:t>Professor: [Nome do Professor]</a:t>
            </a:r>
          </a:p>
          <a:p>
            <a:r>
              <a:rPr lang="pt-BR" sz="1400">
                <a:solidFill>
                  <a:srgbClr val="595959"/>
                </a:solidFill>
              </a:rPr>
              <a:t>Data: [____]</a:t>
            </a:r>
          </a:p>
        </p:txBody>
      </p:sp>
      <p:pic>
        <p:nvPicPr>
          <p:cNvPr id="8" name="Graphic 7" descr="Scales of Justice">
            <a:extLst>
              <a:ext uri="{FF2B5EF4-FFF2-40B4-BE49-F238E27FC236}">
                <a16:creationId xmlns:a16="http://schemas.microsoft.com/office/drawing/2014/main" id="{EC69F675-BC69-E840-4D02-1E12EBE07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9161" y="1420308"/>
            <a:ext cx="4017383" cy="40173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194" y="591829"/>
            <a:ext cx="3938662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Contextualização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703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133" y="591829"/>
            <a:ext cx="139003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88820" y="821124"/>
            <a:ext cx="9111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4597" y="1336268"/>
            <a:ext cx="127681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AB80904-0C42-5C9A-563C-B8151C65E8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995652"/>
              </p:ext>
            </p:extLst>
          </p:nvPr>
        </p:nvGraphicFramePr>
        <p:xfrm>
          <a:off x="5491279" y="671805"/>
          <a:ext cx="5859564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834" y="640823"/>
            <a:ext cx="341776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Objetivos de Aprendizagem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6322" y="3462721"/>
            <a:ext cx="5410200" cy="18283"/>
          </a:xfrm>
          <a:custGeom>
            <a:avLst/>
            <a:gdLst>
              <a:gd name="csX0" fmla="*/ 0 w 5410200"/>
              <a:gd name="csY0" fmla="*/ 0 h 18283"/>
              <a:gd name="csX1" fmla="*/ 568071 w 5410200"/>
              <a:gd name="csY1" fmla="*/ 0 h 18283"/>
              <a:gd name="csX2" fmla="*/ 1298448 w 5410200"/>
              <a:gd name="csY2" fmla="*/ 0 h 18283"/>
              <a:gd name="csX3" fmla="*/ 1920621 w 5410200"/>
              <a:gd name="csY3" fmla="*/ 0 h 18283"/>
              <a:gd name="csX4" fmla="*/ 2488692 w 5410200"/>
              <a:gd name="csY4" fmla="*/ 0 h 18283"/>
              <a:gd name="csX5" fmla="*/ 3219069 w 5410200"/>
              <a:gd name="csY5" fmla="*/ 0 h 18283"/>
              <a:gd name="csX6" fmla="*/ 3895344 w 5410200"/>
              <a:gd name="csY6" fmla="*/ 0 h 18283"/>
              <a:gd name="csX7" fmla="*/ 4571619 w 5410200"/>
              <a:gd name="csY7" fmla="*/ 0 h 18283"/>
              <a:gd name="csX8" fmla="*/ 5410200 w 5410200"/>
              <a:gd name="csY8" fmla="*/ 0 h 18283"/>
              <a:gd name="csX9" fmla="*/ 5410200 w 5410200"/>
              <a:gd name="csY9" fmla="*/ 18283 h 18283"/>
              <a:gd name="csX10" fmla="*/ 4842129 w 5410200"/>
              <a:gd name="csY10" fmla="*/ 18283 h 18283"/>
              <a:gd name="csX11" fmla="*/ 4328160 w 5410200"/>
              <a:gd name="csY11" fmla="*/ 18283 h 18283"/>
              <a:gd name="csX12" fmla="*/ 3597783 w 5410200"/>
              <a:gd name="csY12" fmla="*/ 18283 h 18283"/>
              <a:gd name="csX13" fmla="*/ 3029712 w 5410200"/>
              <a:gd name="csY13" fmla="*/ 18283 h 18283"/>
              <a:gd name="csX14" fmla="*/ 2299335 w 5410200"/>
              <a:gd name="csY14" fmla="*/ 18283 h 18283"/>
              <a:gd name="csX15" fmla="*/ 1514856 w 5410200"/>
              <a:gd name="csY15" fmla="*/ 18283 h 18283"/>
              <a:gd name="csX16" fmla="*/ 892683 w 5410200"/>
              <a:gd name="csY16" fmla="*/ 18283 h 18283"/>
              <a:gd name="csX17" fmla="*/ 0 w 5410200"/>
              <a:gd name="csY17" fmla="*/ 18283 h 18283"/>
              <a:gd name="csX18" fmla="*/ 0 w 5410200"/>
              <a:gd name="csY18" fmla="*/ 0 h 182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3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668" y="5552"/>
                  <a:pt x="5410359" y="10298"/>
                  <a:pt x="5410200" y="18283"/>
                </a:cubicBezTo>
                <a:cubicBezTo>
                  <a:pt x="5139060" y="6746"/>
                  <a:pt x="5121593" y="31030"/>
                  <a:pt x="4842129" y="18283"/>
                </a:cubicBezTo>
                <a:cubicBezTo>
                  <a:pt x="4562665" y="5536"/>
                  <a:pt x="4448273" y="9482"/>
                  <a:pt x="4328160" y="18283"/>
                </a:cubicBezTo>
                <a:cubicBezTo>
                  <a:pt x="4208047" y="27084"/>
                  <a:pt x="3760936" y="22562"/>
                  <a:pt x="3597783" y="18283"/>
                </a:cubicBezTo>
                <a:cubicBezTo>
                  <a:pt x="3434630" y="14004"/>
                  <a:pt x="3299718" y="33208"/>
                  <a:pt x="3029712" y="18283"/>
                </a:cubicBezTo>
                <a:cubicBezTo>
                  <a:pt x="2759706" y="3358"/>
                  <a:pt x="2640159" y="27389"/>
                  <a:pt x="2299335" y="18283"/>
                </a:cubicBezTo>
                <a:cubicBezTo>
                  <a:pt x="1958511" y="9177"/>
                  <a:pt x="1801186" y="28980"/>
                  <a:pt x="1514856" y="18283"/>
                </a:cubicBezTo>
                <a:cubicBezTo>
                  <a:pt x="1228526" y="7586"/>
                  <a:pt x="1063509" y="-5310"/>
                  <a:pt x="892683" y="18283"/>
                </a:cubicBezTo>
                <a:cubicBezTo>
                  <a:pt x="721857" y="41876"/>
                  <a:pt x="186945" y="-20902"/>
                  <a:pt x="0" y="18283"/>
                </a:cubicBezTo>
                <a:cubicBezTo>
                  <a:pt x="-85" y="11289"/>
                  <a:pt x="-520" y="6143"/>
                  <a:pt x="0" y="0"/>
                </a:cubicBezTo>
                <a:close/>
              </a:path>
              <a:path w="5410200" h="18283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301" y="8438"/>
                  <a:pt x="5409761" y="10638"/>
                  <a:pt x="5410200" y="18283"/>
                </a:cubicBezTo>
                <a:cubicBezTo>
                  <a:pt x="5163327" y="41489"/>
                  <a:pt x="5008749" y="10688"/>
                  <a:pt x="4842129" y="18283"/>
                </a:cubicBezTo>
                <a:cubicBezTo>
                  <a:pt x="4675509" y="25878"/>
                  <a:pt x="4433401" y="-620"/>
                  <a:pt x="4165854" y="18283"/>
                </a:cubicBezTo>
                <a:cubicBezTo>
                  <a:pt x="3898308" y="37186"/>
                  <a:pt x="3809032" y="-8715"/>
                  <a:pt x="3543681" y="18283"/>
                </a:cubicBezTo>
                <a:cubicBezTo>
                  <a:pt x="3278330" y="45281"/>
                  <a:pt x="3073876" y="-15922"/>
                  <a:pt x="2759202" y="18283"/>
                </a:cubicBezTo>
                <a:cubicBezTo>
                  <a:pt x="2444528" y="52488"/>
                  <a:pt x="2204144" y="3367"/>
                  <a:pt x="1974723" y="18283"/>
                </a:cubicBezTo>
                <a:cubicBezTo>
                  <a:pt x="1745302" y="33199"/>
                  <a:pt x="1602335" y="31485"/>
                  <a:pt x="1406652" y="18283"/>
                </a:cubicBezTo>
                <a:cubicBezTo>
                  <a:pt x="1210969" y="5081"/>
                  <a:pt x="923948" y="3156"/>
                  <a:pt x="730377" y="18283"/>
                </a:cubicBezTo>
                <a:cubicBezTo>
                  <a:pt x="536806" y="33410"/>
                  <a:pt x="336496" y="-146"/>
                  <a:pt x="0" y="18283"/>
                </a:cubicBezTo>
                <a:cubicBezTo>
                  <a:pt x="160" y="10086"/>
                  <a:pt x="-801" y="76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CA19C08C-E102-A07D-7A4C-A296FF982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3155406"/>
              </p:ext>
            </p:extLst>
          </p:nvPr>
        </p:nvGraphicFramePr>
        <p:xfrm>
          <a:off x="4646807" y="640822"/>
          <a:ext cx="6898715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834" y="640823"/>
            <a:ext cx="341776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Conteúdo Programático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6322" y="3462721"/>
            <a:ext cx="5410200" cy="18283"/>
          </a:xfrm>
          <a:custGeom>
            <a:avLst/>
            <a:gdLst>
              <a:gd name="csX0" fmla="*/ 0 w 5410200"/>
              <a:gd name="csY0" fmla="*/ 0 h 18283"/>
              <a:gd name="csX1" fmla="*/ 568071 w 5410200"/>
              <a:gd name="csY1" fmla="*/ 0 h 18283"/>
              <a:gd name="csX2" fmla="*/ 1298448 w 5410200"/>
              <a:gd name="csY2" fmla="*/ 0 h 18283"/>
              <a:gd name="csX3" fmla="*/ 1920621 w 5410200"/>
              <a:gd name="csY3" fmla="*/ 0 h 18283"/>
              <a:gd name="csX4" fmla="*/ 2488692 w 5410200"/>
              <a:gd name="csY4" fmla="*/ 0 h 18283"/>
              <a:gd name="csX5" fmla="*/ 3219069 w 5410200"/>
              <a:gd name="csY5" fmla="*/ 0 h 18283"/>
              <a:gd name="csX6" fmla="*/ 3895344 w 5410200"/>
              <a:gd name="csY6" fmla="*/ 0 h 18283"/>
              <a:gd name="csX7" fmla="*/ 4571619 w 5410200"/>
              <a:gd name="csY7" fmla="*/ 0 h 18283"/>
              <a:gd name="csX8" fmla="*/ 5410200 w 5410200"/>
              <a:gd name="csY8" fmla="*/ 0 h 18283"/>
              <a:gd name="csX9" fmla="*/ 5410200 w 5410200"/>
              <a:gd name="csY9" fmla="*/ 18283 h 18283"/>
              <a:gd name="csX10" fmla="*/ 4842129 w 5410200"/>
              <a:gd name="csY10" fmla="*/ 18283 h 18283"/>
              <a:gd name="csX11" fmla="*/ 4328160 w 5410200"/>
              <a:gd name="csY11" fmla="*/ 18283 h 18283"/>
              <a:gd name="csX12" fmla="*/ 3597783 w 5410200"/>
              <a:gd name="csY12" fmla="*/ 18283 h 18283"/>
              <a:gd name="csX13" fmla="*/ 3029712 w 5410200"/>
              <a:gd name="csY13" fmla="*/ 18283 h 18283"/>
              <a:gd name="csX14" fmla="*/ 2299335 w 5410200"/>
              <a:gd name="csY14" fmla="*/ 18283 h 18283"/>
              <a:gd name="csX15" fmla="*/ 1514856 w 5410200"/>
              <a:gd name="csY15" fmla="*/ 18283 h 18283"/>
              <a:gd name="csX16" fmla="*/ 892683 w 5410200"/>
              <a:gd name="csY16" fmla="*/ 18283 h 18283"/>
              <a:gd name="csX17" fmla="*/ 0 w 5410200"/>
              <a:gd name="csY17" fmla="*/ 18283 h 18283"/>
              <a:gd name="csX18" fmla="*/ 0 w 5410200"/>
              <a:gd name="csY18" fmla="*/ 0 h 182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3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668" y="5552"/>
                  <a:pt x="5410359" y="10298"/>
                  <a:pt x="5410200" y="18283"/>
                </a:cubicBezTo>
                <a:cubicBezTo>
                  <a:pt x="5139060" y="6746"/>
                  <a:pt x="5121593" y="31030"/>
                  <a:pt x="4842129" y="18283"/>
                </a:cubicBezTo>
                <a:cubicBezTo>
                  <a:pt x="4562665" y="5536"/>
                  <a:pt x="4448273" y="9482"/>
                  <a:pt x="4328160" y="18283"/>
                </a:cubicBezTo>
                <a:cubicBezTo>
                  <a:pt x="4208047" y="27084"/>
                  <a:pt x="3760936" y="22562"/>
                  <a:pt x="3597783" y="18283"/>
                </a:cubicBezTo>
                <a:cubicBezTo>
                  <a:pt x="3434630" y="14004"/>
                  <a:pt x="3299718" y="33208"/>
                  <a:pt x="3029712" y="18283"/>
                </a:cubicBezTo>
                <a:cubicBezTo>
                  <a:pt x="2759706" y="3358"/>
                  <a:pt x="2640159" y="27389"/>
                  <a:pt x="2299335" y="18283"/>
                </a:cubicBezTo>
                <a:cubicBezTo>
                  <a:pt x="1958511" y="9177"/>
                  <a:pt x="1801186" y="28980"/>
                  <a:pt x="1514856" y="18283"/>
                </a:cubicBezTo>
                <a:cubicBezTo>
                  <a:pt x="1228526" y="7586"/>
                  <a:pt x="1063509" y="-5310"/>
                  <a:pt x="892683" y="18283"/>
                </a:cubicBezTo>
                <a:cubicBezTo>
                  <a:pt x="721857" y="41876"/>
                  <a:pt x="186945" y="-20902"/>
                  <a:pt x="0" y="18283"/>
                </a:cubicBezTo>
                <a:cubicBezTo>
                  <a:pt x="-85" y="11289"/>
                  <a:pt x="-520" y="6143"/>
                  <a:pt x="0" y="0"/>
                </a:cubicBezTo>
                <a:close/>
              </a:path>
              <a:path w="5410200" h="18283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301" y="8438"/>
                  <a:pt x="5409761" y="10638"/>
                  <a:pt x="5410200" y="18283"/>
                </a:cubicBezTo>
                <a:cubicBezTo>
                  <a:pt x="5163327" y="41489"/>
                  <a:pt x="5008749" y="10688"/>
                  <a:pt x="4842129" y="18283"/>
                </a:cubicBezTo>
                <a:cubicBezTo>
                  <a:pt x="4675509" y="25878"/>
                  <a:pt x="4433401" y="-620"/>
                  <a:pt x="4165854" y="18283"/>
                </a:cubicBezTo>
                <a:cubicBezTo>
                  <a:pt x="3898308" y="37186"/>
                  <a:pt x="3809032" y="-8715"/>
                  <a:pt x="3543681" y="18283"/>
                </a:cubicBezTo>
                <a:cubicBezTo>
                  <a:pt x="3278330" y="45281"/>
                  <a:pt x="3073876" y="-15922"/>
                  <a:pt x="2759202" y="18283"/>
                </a:cubicBezTo>
                <a:cubicBezTo>
                  <a:pt x="2444528" y="52488"/>
                  <a:pt x="2204144" y="3367"/>
                  <a:pt x="1974723" y="18283"/>
                </a:cubicBezTo>
                <a:cubicBezTo>
                  <a:pt x="1745302" y="33199"/>
                  <a:pt x="1602335" y="31485"/>
                  <a:pt x="1406652" y="18283"/>
                </a:cubicBezTo>
                <a:cubicBezTo>
                  <a:pt x="1210969" y="5081"/>
                  <a:pt x="923948" y="3156"/>
                  <a:pt x="730377" y="18283"/>
                </a:cubicBezTo>
                <a:cubicBezTo>
                  <a:pt x="536806" y="33410"/>
                  <a:pt x="336496" y="-146"/>
                  <a:pt x="0" y="18283"/>
                </a:cubicBezTo>
                <a:cubicBezTo>
                  <a:pt x="160" y="10086"/>
                  <a:pt x="-801" y="76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A633C343-818D-CBF4-67F6-7E05604A67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787777"/>
              </p:ext>
            </p:extLst>
          </p:nvPr>
        </p:nvGraphicFramePr>
        <p:xfrm>
          <a:off x="4646807" y="640822"/>
          <a:ext cx="6898715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6061" y="490537"/>
            <a:ext cx="5290285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4000"/>
              <a:t>Conceito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6BD8C7-2182-51CE-80FF-5C86147C4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34" r="4" b="4"/>
          <a:stretch>
            <a:fillRect/>
          </a:stretch>
        </p:blipFill>
        <p:spPr>
          <a:xfrm>
            <a:off x="1" y="1587"/>
            <a:ext cx="6094412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7DA4498B-66F1-4461-B68F-5EACE2C7C0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636339"/>
              </p:ext>
            </p:extLst>
          </p:nvPr>
        </p:nvGraphicFramePr>
        <p:xfrm>
          <a:off x="6416062" y="2614612"/>
          <a:ext cx="5290285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7873" y="741391"/>
            <a:ext cx="3368357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3200"/>
              <a:t>Direitos Fundamentais x Direitos Humanos</a:t>
            </a:r>
          </a:p>
        </p:txBody>
      </p:sp>
      <p:pic>
        <p:nvPicPr>
          <p:cNvPr id="6" name="Picture 5" descr="Estátuas esculpidas coloridas de pessoas">
            <a:extLst>
              <a:ext uri="{FF2B5EF4-FFF2-40B4-BE49-F238E27FC236}">
                <a16:creationId xmlns:a16="http://schemas.microsoft.com/office/drawing/2014/main" id="{11AE2F32-498C-C8C1-4A51-7595857801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28" r="11215" b="-10"/>
          <a:stretch>
            <a:fillRect/>
          </a:stretch>
        </p:blipFill>
        <p:spPr>
          <a:xfrm>
            <a:off x="20" y="10"/>
            <a:ext cx="7388318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8715" y="2348378"/>
            <a:ext cx="1630908" cy="738833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454" y="1919453"/>
            <a:ext cx="6854280" cy="301537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0495" y="4425055"/>
            <a:ext cx="2927842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077873" y="2533476"/>
            <a:ext cx="3368357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Direitos humanos: caráter universal, tratados internacionais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Direitos fundamentais: positivados na Constituição interna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Inter-relação e incorporação ao ordenamento jurídico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5827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3" y="0"/>
            <a:ext cx="12185773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180" y="841248"/>
            <a:ext cx="3514328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Evolução Histórica e Gerações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CC128B00-0E7A-AEEE-D149-BC5251C82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239110"/>
              </p:ext>
            </p:extLst>
          </p:nvPr>
        </p:nvGraphicFramePr>
        <p:xfrm>
          <a:off x="4984587" y="231006"/>
          <a:ext cx="636625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20227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04" y="350196"/>
            <a:ext cx="464569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4000"/>
              <a:t>Características Essenciais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03" y="2743200"/>
            <a:ext cx="464569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Historicidade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Universalidade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Indivisibilidade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Imprescritibilidade e irrenunciabilidade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7939EB-9B9E-45CE-8127-1A12F10848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85" r="16800" b="6250"/>
          <a:stretch>
            <a:fillRect/>
          </a:stretch>
        </p:blipFill>
        <p:spPr>
          <a:xfrm>
            <a:off x="6094412" y="1"/>
            <a:ext cx="61012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5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Titularidade e Destinatários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1" y="1865313"/>
            <a:ext cx="10421446" cy="18288"/>
          </a:xfrm>
          <a:custGeom>
            <a:avLst/>
            <a:gdLst>
              <a:gd name="csX0" fmla="*/ 0 w 10421446"/>
              <a:gd name="csY0" fmla="*/ 0 h 18288"/>
              <a:gd name="csX1" fmla="*/ 903192 w 10421446"/>
              <a:gd name="csY1" fmla="*/ 0 h 18288"/>
              <a:gd name="csX2" fmla="*/ 1389526 w 10421446"/>
              <a:gd name="csY2" fmla="*/ 0 h 18288"/>
              <a:gd name="csX3" fmla="*/ 2188504 w 10421446"/>
              <a:gd name="csY3" fmla="*/ 0 h 18288"/>
              <a:gd name="csX4" fmla="*/ 2674838 w 10421446"/>
              <a:gd name="csY4" fmla="*/ 0 h 18288"/>
              <a:gd name="csX5" fmla="*/ 3369601 w 10421446"/>
              <a:gd name="csY5" fmla="*/ 0 h 18288"/>
              <a:gd name="csX6" fmla="*/ 4168578 w 10421446"/>
              <a:gd name="csY6" fmla="*/ 0 h 18288"/>
              <a:gd name="csX7" fmla="*/ 4550698 w 10421446"/>
              <a:gd name="csY7" fmla="*/ 0 h 18288"/>
              <a:gd name="csX8" fmla="*/ 4932818 w 10421446"/>
              <a:gd name="csY8" fmla="*/ 0 h 18288"/>
              <a:gd name="csX9" fmla="*/ 5836010 w 10421446"/>
              <a:gd name="csY9" fmla="*/ 0 h 18288"/>
              <a:gd name="csX10" fmla="*/ 6530773 w 10421446"/>
              <a:gd name="csY10" fmla="*/ 0 h 18288"/>
              <a:gd name="csX11" fmla="*/ 6912893 w 10421446"/>
              <a:gd name="csY11" fmla="*/ 0 h 18288"/>
              <a:gd name="csX12" fmla="*/ 7607656 w 10421446"/>
              <a:gd name="csY12" fmla="*/ 0 h 18288"/>
              <a:gd name="csX13" fmla="*/ 8510848 w 10421446"/>
              <a:gd name="csY13" fmla="*/ 0 h 18288"/>
              <a:gd name="csX14" fmla="*/ 9101396 w 10421446"/>
              <a:gd name="csY14" fmla="*/ 0 h 18288"/>
              <a:gd name="csX15" fmla="*/ 9691945 w 10421446"/>
              <a:gd name="csY15" fmla="*/ 0 h 18288"/>
              <a:gd name="csX16" fmla="*/ 10421446 w 10421446"/>
              <a:gd name="csY16" fmla="*/ 0 h 18288"/>
              <a:gd name="csX17" fmla="*/ 10421446 w 10421446"/>
              <a:gd name="csY17" fmla="*/ 18288 h 18288"/>
              <a:gd name="csX18" fmla="*/ 9726683 w 10421446"/>
              <a:gd name="csY18" fmla="*/ 18288 h 18288"/>
              <a:gd name="csX19" fmla="*/ 8927705 w 10421446"/>
              <a:gd name="csY19" fmla="*/ 18288 h 18288"/>
              <a:gd name="csX20" fmla="*/ 8128728 w 10421446"/>
              <a:gd name="csY20" fmla="*/ 18288 h 18288"/>
              <a:gd name="csX21" fmla="*/ 7642394 w 10421446"/>
              <a:gd name="csY21" fmla="*/ 18288 h 18288"/>
              <a:gd name="csX22" fmla="*/ 6739202 w 10421446"/>
              <a:gd name="csY22" fmla="*/ 18288 h 18288"/>
              <a:gd name="csX23" fmla="*/ 6044439 w 10421446"/>
              <a:gd name="csY23" fmla="*/ 18288 h 18288"/>
              <a:gd name="csX24" fmla="*/ 5662319 w 10421446"/>
              <a:gd name="csY24" fmla="*/ 18288 h 18288"/>
              <a:gd name="csX25" fmla="*/ 4967556 w 10421446"/>
              <a:gd name="csY25" fmla="*/ 18288 h 18288"/>
              <a:gd name="csX26" fmla="*/ 4377007 w 10421446"/>
              <a:gd name="csY26" fmla="*/ 18288 h 18288"/>
              <a:gd name="csX27" fmla="*/ 3786459 w 10421446"/>
              <a:gd name="csY27" fmla="*/ 18288 h 18288"/>
              <a:gd name="csX28" fmla="*/ 3195910 w 10421446"/>
              <a:gd name="csY28" fmla="*/ 18288 h 18288"/>
              <a:gd name="csX29" fmla="*/ 2605362 w 10421446"/>
              <a:gd name="csY29" fmla="*/ 18288 h 18288"/>
              <a:gd name="csX30" fmla="*/ 1806384 w 10421446"/>
              <a:gd name="csY30" fmla="*/ 18288 h 18288"/>
              <a:gd name="csX31" fmla="*/ 1111621 w 10421446"/>
              <a:gd name="csY31" fmla="*/ 18288 h 18288"/>
              <a:gd name="csX32" fmla="*/ 729501 w 10421446"/>
              <a:gd name="csY32" fmla="*/ 18288 h 18288"/>
              <a:gd name="csX33" fmla="*/ 0 w 10421446"/>
              <a:gd name="csY33" fmla="*/ 18288 h 18288"/>
              <a:gd name="csX34" fmla="*/ 0 w 10421446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1446" h="18288" fill="none" extrusionOk="0">
                <a:moveTo>
                  <a:pt x="0" y="0"/>
                </a:moveTo>
                <a:cubicBezTo>
                  <a:pt x="266543" y="40386"/>
                  <a:pt x="629193" y="-8096"/>
                  <a:pt x="903192" y="0"/>
                </a:cubicBezTo>
                <a:cubicBezTo>
                  <a:pt x="1177191" y="8096"/>
                  <a:pt x="1155338" y="16929"/>
                  <a:pt x="1389526" y="0"/>
                </a:cubicBezTo>
                <a:cubicBezTo>
                  <a:pt x="1623714" y="-16929"/>
                  <a:pt x="1918199" y="14006"/>
                  <a:pt x="2188504" y="0"/>
                </a:cubicBezTo>
                <a:cubicBezTo>
                  <a:pt x="2458809" y="-14006"/>
                  <a:pt x="2562505" y="-21891"/>
                  <a:pt x="2674838" y="0"/>
                </a:cubicBezTo>
                <a:cubicBezTo>
                  <a:pt x="2787171" y="21891"/>
                  <a:pt x="3174047" y="9189"/>
                  <a:pt x="3369601" y="0"/>
                </a:cubicBezTo>
                <a:cubicBezTo>
                  <a:pt x="3565155" y="-9189"/>
                  <a:pt x="3936250" y="-11118"/>
                  <a:pt x="4168578" y="0"/>
                </a:cubicBezTo>
                <a:cubicBezTo>
                  <a:pt x="4400906" y="11118"/>
                  <a:pt x="4453802" y="-5805"/>
                  <a:pt x="4550698" y="0"/>
                </a:cubicBezTo>
                <a:cubicBezTo>
                  <a:pt x="4647594" y="5805"/>
                  <a:pt x="4849807" y="8451"/>
                  <a:pt x="4932818" y="0"/>
                </a:cubicBezTo>
                <a:cubicBezTo>
                  <a:pt x="5015829" y="-8451"/>
                  <a:pt x="5571138" y="30760"/>
                  <a:pt x="5836010" y="0"/>
                </a:cubicBezTo>
                <a:cubicBezTo>
                  <a:pt x="6100882" y="-30760"/>
                  <a:pt x="6279363" y="23792"/>
                  <a:pt x="6530773" y="0"/>
                </a:cubicBezTo>
                <a:cubicBezTo>
                  <a:pt x="6782183" y="-23792"/>
                  <a:pt x="6789292" y="16544"/>
                  <a:pt x="6912893" y="0"/>
                </a:cubicBezTo>
                <a:cubicBezTo>
                  <a:pt x="7036494" y="-16544"/>
                  <a:pt x="7282428" y="-31499"/>
                  <a:pt x="7607656" y="0"/>
                </a:cubicBezTo>
                <a:cubicBezTo>
                  <a:pt x="7932884" y="31499"/>
                  <a:pt x="8255179" y="44205"/>
                  <a:pt x="8510848" y="0"/>
                </a:cubicBezTo>
                <a:cubicBezTo>
                  <a:pt x="8766517" y="-44205"/>
                  <a:pt x="8932971" y="23937"/>
                  <a:pt x="9101396" y="0"/>
                </a:cubicBezTo>
                <a:cubicBezTo>
                  <a:pt x="9269821" y="-23937"/>
                  <a:pt x="9414097" y="29147"/>
                  <a:pt x="9691945" y="0"/>
                </a:cubicBezTo>
                <a:cubicBezTo>
                  <a:pt x="9969793" y="-29147"/>
                  <a:pt x="10269441" y="13129"/>
                  <a:pt x="10421446" y="0"/>
                </a:cubicBezTo>
                <a:cubicBezTo>
                  <a:pt x="10421784" y="7640"/>
                  <a:pt x="10420996" y="11289"/>
                  <a:pt x="10421446" y="18288"/>
                </a:cubicBezTo>
                <a:cubicBezTo>
                  <a:pt x="10169428" y="23076"/>
                  <a:pt x="10040912" y="-13387"/>
                  <a:pt x="9726683" y="18288"/>
                </a:cubicBezTo>
                <a:cubicBezTo>
                  <a:pt x="9412454" y="49963"/>
                  <a:pt x="9246638" y="13850"/>
                  <a:pt x="8927705" y="18288"/>
                </a:cubicBezTo>
                <a:cubicBezTo>
                  <a:pt x="8608772" y="22726"/>
                  <a:pt x="8316092" y="5310"/>
                  <a:pt x="8128728" y="18288"/>
                </a:cubicBezTo>
                <a:cubicBezTo>
                  <a:pt x="7941364" y="31266"/>
                  <a:pt x="7821946" y="19978"/>
                  <a:pt x="7642394" y="18288"/>
                </a:cubicBezTo>
                <a:cubicBezTo>
                  <a:pt x="7462842" y="16598"/>
                  <a:pt x="7160658" y="46195"/>
                  <a:pt x="6739202" y="18288"/>
                </a:cubicBezTo>
                <a:cubicBezTo>
                  <a:pt x="6317746" y="-9619"/>
                  <a:pt x="6347952" y="10328"/>
                  <a:pt x="6044439" y="18288"/>
                </a:cubicBezTo>
                <a:cubicBezTo>
                  <a:pt x="5740926" y="26248"/>
                  <a:pt x="5792730" y="36246"/>
                  <a:pt x="5662319" y="18288"/>
                </a:cubicBezTo>
                <a:cubicBezTo>
                  <a:pt x="5531908" y="330"/>
                  <a:pt x="5294507" y="22631"/>
                  <a:pt x="4967556" y="18288"/>
                </a:cubicBezTo>
                <a:cubicBezTo>
                  <a:pt x="4640605" y="13945"/>
                  <a:pt x="4618645" y="2443"/>
                  <a:pt x="4377007" y="18288"/>
                </a:cubicBezTo>
                <a:cubicBezTo>
                  <a:pt x="4135369" y="34133"/>
                  <a:pt x="4036032" y="38384"/>
                  <a:pt x="3786459" y="18288"/>
                </a:cubicBezTo>
                <a:cubicBezTo>
                  <a:pt x="3536886" y="-1808"/>
                  <a:pt x="3433532" y="37191"/>
                  <a:pt x="3195910" y="18288"/>
                </a:cubicBezTo>
                <a:cubicBezTo>
                  <a:pt x="2958288" y="-615"/>
                  <a:pt x="2775620" y="7282"/>
                  <a:pt x="2605362" y="18288"/>
                </a:cubicBezTo>
                <a:cubicBezTo>
                  <a:pt x="2435104" y="29294"/>
                  <a:pt x="2045682" y="34103"/>
                  <a:pt x="1806384" y="18288"/>
                </a:cubicBezTo>
                <a:cubicBezTo>
                  <a:pt x="1567086" y="2473"/>
                  <a:pt x="1334795" y="2507"/>
                  <a:pt x="1111621" y="18288"/>
                </a:cubicBezTo>
                <a:cubicBezTo>
                  <a:pt x="888447" y="34069"/>
                  <a:pt x="881093" y="28150"/>
                  <a:pt x="729501" y="18288"/>
                </a:cubicBezTo>
                <a:cubicBezTo>
                  <a:pt x="577909" y="8426"/>
                  <a:pt x="180699" y="-6923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1446" h="18288" stroke="0" extrusionOk="0">
                <a:moveTo>
                  <a:pt x="0" y="0"/>
                </a:moveTo>
                <a:cubicBezTo>
                  <a:pt x="265895" y="-13146"/>
                  <a:pt x="409783" y="-16250"/>
                  <a:pt x="590549" y="0"/>
                </a:cubicBezTo>
                <a:cubicBezTo>
                  <a:pt x="771315" y="16250"/>
                  <a:pt x="873851" y="-7264"/>
                  <a:pt x="972668" y="0"/>
                </a:cubicBezTo>
                <a:cubicBezTo>
                  <a:pt x="1071485" y="7264"/>
                  <a:pt x="1494533" y="-2828"/>
                  <a:pt x="1875860" y="0"/>
                </a:cubicBezTo>
                <a:cubicBezTo>
                  <a:pt x="2257187" y="2828"/>
                  <a:pt x="2280468" y="-28651"/>
                  <a:pt x="2466409" y="0"/>
                </a:cubicBezTo>
                <a:cubicBezTo>
                  <a:pt x="2652350" y="28651"/>
                  <a:pt x="2780672" y="-14794"/>
                  <a:pt x="3056957" y="0"/>
                </a:cubicBezTo>
                <a:cubicBezTo>
                  <a:pt x="3333242" y="14794"/>
                  <a:pt x="3776466" y="-6198"/>
                  <a:pt x="3960149" y="0"/>
                </a:cubicBezTo>
                <a:cubicBezTo>
                  <a:pt x="4143832" y="6198"/>
                  <a:pt x="4286540" y="20367"/>
                  <a:pt x="4446484" y="0"/>
                </a:cubicBezTo>
                <a:cubicBezTo>
                  <a:pt x="4606429" y="-20367"/>
                  <a:pt x="5046693" y="21561"/>
                  <a:pt x="5349676" y="0"/>
                </a:cubicBezTo>
                <a:cubicBezTo>
                  <a:pt x="5652659" y="-21561"/>
                  <a:pt x="5842814" y="13545"/>
                  <a:pt x="6252868" y="0"/>
                </a:cubicBezTo>
                <a:cubicBezTo>
                  <a:pt x="6662922" y="-13545"/>
                  <a:pt x="6690572" y="-14512"/>
                  <a:pt x="6947631" y="0"/>
                </a:cubicBezTo>
                <a:cubicBezTo>
                  <a:pt x="7204690" y="14512"/>
                  <a:pt x="7621419" y="-14123"/>
                  <a:pt x="7850823" y="0"/>
                </a:cubicBezTo>
                <a:cubicBezTo>
                  <a:pt x="8080227" y="14123"/>
                  <a:pt x="8272600" y="-26639"/>
                  <a:pt x="8441371" y="0"/>
                </a:cubicBezTo>
                <a:cubicBezTo>
                  <a:pt x="8610142" y="26639"/>
                  <a:pt x="8815759" y="5164"/>
                  <a:pt x="9031920" y="0"/>
                </a:cubicBezTo>
                <a:cubicBezTo>
                  <a:pt x="9248081" y="-5164"/>
                  <a:pt x="9557644" y="-22597"/>
                  <a:pt x="9830897" y="0"/>
                </a:cubicBezTo>
                <a:cubicBezTo>
                  <a:pt x="10104150" y="22597"/>
                  <a:pt x="10163656" y="-15658"/>
                  <a:pt x="10421446" y="0"/>
                </a:cubicBezTo>
                <a:cubicBezTo>
                  <a:pt x="10421571" y="4395"/>
                  <a:pt x="10421371" y="9776"/>
                  <a:pt x="10421446" y="18288"/>
                </a:cubicBezTo>
                <a:cubicBezTo>
                  <a:pt x="10240847" y="-14925"/>
                  <a:pt x="9873564" y="25763"/>
                  <a:pt x="9622468" y="18288"/>
                </a:cubicBezTo>
                <a:cubicBezTo>
                  <a:pt x="9371372" y="10813"/>
                  <a:pt x="9166491" y="18558"/>
                  <a:pt x="8927705" y="18288"/>
                </a:cubicBezTo>
                <a:cubicBezTo>
                  <a:pt x="8688919" y="18018"/>
                  <a:pt x="8689888" y="4445"/>
                  <a:pt x="8545586" y="18288"/>
                </a:cubicBezTo>
                <a:cubicBezTo>
                  <a:pt x="8401284" y="32131"/>
                  <a:pt x="8240244" y="20853"/>
                  <a:pt x="8059252" y="18288"/>
                </a:cubicBezTo>
                <a:cubicBezTo>
                  <a:pt x="7878260" y="15723"/>
                  <a:pt x="7478813" y="-9520"/>
                  <a:pt x="7156060" y="18288"/>
                </a:cubicBezTo>
                <a:cubicBezTo>
                  <a:pt x="6833307" y="46096"/>
                  <a:pt x="6755593" y="39841"/>
                  <a:pt x="6461297" y="18288"/>
                </a:cubicBezTo>
                <a:cubicBezTo>
                  <a:pt x="6167001" y="-3265"/>
                  <a:pt x="6158306" y="25783"/>
                  <a:pt x="5974962" y="18288"/>
                </a:cubicBezTo>
                <a:cubicBezTo>
                  <a:pt x="5791618" y="10793"/>
                  <a:pt x="5570111" y="7336"/>
                  <a:pt x="5280199" y="18288"/>
                </a:cubicBezTo>
                <a:cubicBezTo>
                  <a:pt x="4990287" y="29240"/>
                  <a:pt x="5085259" y="20004"/>
                  <a:pt x="4898080" y="18288"/>
                </a:cubicBezTo>
                <a:cubicBezTo>
                  <a:pt x="4710901" y="16572"/>
                  <a:pt x="4604566" y="8228"/>
                  <a:pt x="4515960" y="18288"/>
                </a:cubicBezTo>
                <a:cubicBezTo>
                  <a:pt x="4427354" y="28348"/>
                  <a:pt x="4059659" y="36890"/>
                  <a:pt x="3821197" y="18288"/>
                </a:cubicBezTo>
                <a:cubicBezTo>
                  <a:pt x="3582735" y="-314"/>
                  <a:pt x="3466211" y="35834"/>
                  <a:pt x="3334863" y="18288"/>
                </a:cubicBezTo>
                <a:cubicBezTo>
                  <a:pt x="3203515" y="742"/>
                  <a:pt x="2830188" y="-17445"/>
                  <a:pt x="2535885" y="18288"/>
                </a:cubicBezTo>
                <a:cubicBezTo>
                  <a:pt x="2241582" y="54021"/>
                  <a:pt x="2206481" y="18963"/>
                  <a:pt x="2049551" y="18288"/>
                </a:cubicBezTo>
                <a:cubicBezTo>
                  <a:pt x="1892621" y="17613"/>
                  <a:pt x="1433267" y="3007"/>
                  <a:pt x="1250574" y="18288"/>
                </a:cubicBezTo>
                <a:cubicBezTo>
                  <a:pt x="1067881" y="33569"/>
                  <a:pt x="987869" y="22500"/>
                  <a:pt x="868454" y="18288"/>
                </a:cubicBezTo>
                <a:cubicBezTo>
                  <a:pt x="749039" y="14076"/>
                  <a:pt x="300948" y="41213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6888C5E8-9A2C-81D2-478D-BC696CE75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248724"/>
              </p:ext>
            </p:extLst>
          </p:nvPr>
        </p:nvGraphicFramePr>
        <p:xfrm>
          <a:off x="837981" y="2228087"/>
          <a:ext cx="10512862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Eficácia: Vertical, Horizontal e Diagonal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46149" y="591344"/>
            <a:ext cx="6904693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/>
              <a:t>Eficácia vertical: indivíduo x Estado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/>
              <a:t>Eficácia horizontal: entre particulares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/>
              <a:t>Eficácia diagonal: atuação de órgãos públicos e privados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194" y="591829"/>
            <a:ext cx="3938662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4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Aplicabilidade das Normas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703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133" y="591829"/>
            <a:ext cx="139003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88820" y="821124"/>
            <a:ext cx="9111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4597" y="1336268"/>
            <a:ext cx="127681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F6468691-0FBD-0B51-BDDB-EA910B08DA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2330171"/>
              </p:ext>
            </p:extLst>
          </p:nvPr>
        </p:nvGraphicFramePr>
        <p:xfrm>
          <a:off x="5491279" y="671805"/>
          <a:ext cx="5859564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5827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3" y="0"/>
            <a:ext cx="12185773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180" y="841248"/>
            <a:ext cx="3514328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Metodologia e Atividades com IA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B96960D-2EA9-4492-F55A-F9949FBAAF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969973"/>
              </p:ext>
            </p:extLst>
          </p:nvPr>
        </p:nvGraphicFramePr>
        <p:xfrm>
          <a:off x="4984587" y="231006"/>
          <a:ext cx="636625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Mesa com itens de produtividade">
            <a:extLst>
              <a:ext uri="{FF2B5EF4-FFF2-40B4-BE49-F238E27FC236}">
                <a16:creationId xmlns:a16="http://schemas.microsoft.com/office/drawing/2014/main" id="{BA762EBB-AC5D-8738-70A1-A71AACF9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77" r="15555" b="-4"/>
          <a:stretch>
            <a:fillRect/>
          </a:stretch>
        </p:blipFill>
        <p:spPr>
          <a:xfrm>
            <a:off x="20" y="-2"/>
            <a:ext cx="5408768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08788" y="-1"/>
            <a:ext cx="6780036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3724" y="405685"/>
            <a:ext cx="5463545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sz="4000"/>
              <a:t>Avaliação e Rubrica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3724" y="2743200"/>
            <a:ext cx="5245973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Critérios: definição, identificação, análise, aplicação prática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Níveis: Excelente, Bom, Regular, Insuficiente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Calibri"/>
              </a:defRPr>
            </a:pPr>
            <a:r>
              <a:rPr lang="en-US" sz="2000"/>
              <a:t>Observação: respostas abertas devem ser autorais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Adaptações Pedagógicas e Encerramento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E65CC595-3A4D-0314-D1D2-F51747032E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659952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Office Theme</vt:lpstr>
      <vt:lpstr>TEORIA GERAL DOS DIREITOS FUNDAMENTAIS</vt:lpstr>
      <vt:lpstr>Contextualização</vt:lpstr>
      <vt:lpstr>Objetivos de Aprendizagem</vt:lpstr>
      <vt:lpstr>Conteúdo Programático</vt:lpstr>
      <vt:lpstr>Conceito</vt:lpstr>
      <vt:lpstr>Direitos Fundamentais x Direitos Humanos</vt:lpstr>
      <vt:lpstr>Evolução Histórica e Gerações</vt:lpstr>
      <vt:lpstr>Características Essenciais</vt:lpstr>
      <vt:lpstr>Titularidade e Destinatários</vt:lpstr>
      <vt:lpstr>Eficácia: Vertical, Horizontal e Diagonal</vt:lpstr>
      <vt:lpstr>Aplicabilidade das Normas</vt:lpstr>
      <vt:lpstr>Metodologia e Atividades com IA</vt:lpstr>
      <vt:lpstr>Avaliação e Rubrica</vt:lpstr>
      <vt:lpstr>Adaptações Pedagógicas e Encerramento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19</cp:revision>
  <dcterms:created xsi:type="dcterms:W3CDTF">2013-01-27T09:14:16Z</dcterms:created>
  <dcterms:modified xsi:type="dcterms:W3CDTF">2026-01-30T21:18:46Z</dcterms:modified>
  <cp:category/>
</cp:coreProperties>
</file>